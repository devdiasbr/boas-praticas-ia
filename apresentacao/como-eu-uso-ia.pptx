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Enquadramento: isto nao e treinamento de ferramenta. E como eu trabalho hoje. Metade do tempo e de voces — 30 min de fala, 30 de conversa.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Baixar a guarda da plateia. Ninguem gosta de ser corrigido em publico. Deixar claro que e experiencia, nao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um caso real curto de um dos tres. Vulnerabilidade primeiro: abre a plateia para o resto.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 o slide central. Se levarem so uma frase daqui, e 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o ciclo nao e cerimonia: em tarefa pequena cada etapa leva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nao e o custo: e que as 1.847 linhas irrelevantes disputam atencao com as 6 que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Sugerir que testem hoje mesmo numa conversa longa que ja esteja aberta.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 de escrever: 40 segundos. Custo de nao escrever: o review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ao vivo se der tempo — e o item mais facil de copiar.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Armadilhas e a secao de maior valor. Pergunta para levantar conteudo: o que ja quebrou alguem que entrou agora?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Regra que uso: data absoluta sempre. 'Recentemente' apodrece em silencio.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vale dizer qual voce usa (Superpowers) — como exemplo, nao como recomendacao fechada. Ponto honesto: o processo custa tokens a mais por sessao; o ganho aparece em nao refazer a tarefa.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squad usa Devin, este e o slide para abrir discussao — perguntar em qual coluna cai o que eles delegam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plateia achar os problemas antes de revelar. Funciona melhor como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de dado de cliente merece pausa. Se a squad lida com dado regulado, abrir conversa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Passar rapido. Se alguem perguntar de Devin: eu nao uso no dia a dia, mas o criterio do slide da matriz vale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pedido concreto: escolher UMA e tentar essa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travar a conversa, comecar pela terceira pergunta — e a mais concreta e sempre destrava.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eu uso IA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697480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dia a dia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37033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Práticas que funcionam — contadas pelo caminho que eu fiz até elas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Dias  ·  &lt;squad&gt;  ·  &lt;data&gt;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conversa é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87452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 que NÃO é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313432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Treinamento de ferramenta.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prompts mágicos.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Alguém dizendo que vocês estão fazendo errado.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691640"/>
            <a:ext cx="5349240" cy="1874520"/>
          </a:xfrm>
          <a:prstGeom prst="roundRect">
            <a:avLst>
              <a:gd name="adj" fmla="val 3902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19672" y="187452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 que 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19672" y="2313432"/>
            <a:ext cx="48371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Práticas que funcionam, com exemplo real.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até elas — que no meu caso foi caro.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dá para aplicar já na segunda.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 fim vocês discordarem, ótimo — é para isso que metade do tempo está reservada.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1" name="Text 9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erros que custam caro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eram meus. Pela conversa com outras squads, não eram só meus.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810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Colar tudo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297680" y="1783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inteiro, arquivo inteiro, “por precaução”.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intuição de que mais contexto = melhor resposta.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971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953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vago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297680" y="2926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“Otimiza isso aí.”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 algo legítimo que não dá para usar.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09651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Aceitar o que vem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297680" y="406908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escrito, parece certo, ninguém roda.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no review — ou em produção.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dos três é sobre a ferramenta. Os três são sobre método.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8" name="Text 16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gargalo mudou de lugar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965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código deixou de ser o gargalo.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Decidir o que deve ser construído virou o gargalo.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ninguém decide, o modelo decide — por omissão, com confiança. E isso só aparece no code review.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mesmo, de tarefa pequena a feature grande — só muda o rigor de cada etapa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5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25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5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antes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pedir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491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811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1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ESPECIFICAR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11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77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97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97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97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 ou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063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83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83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83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rodar, não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49740" y="26974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669780" y="2148840"/>
            <a:ext cx="196596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69780" y="2423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69780" y="2834640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vale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 próxima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etapa 2 é a que mais se pula — e a única que, quando falha, estraga todas as outras.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atalho comum — e o meu, por muito tempo: pular de “tenho um problema” direto para “escreve o código”.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6" name="Text 24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pedir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que acontece antes de digitar qualquer coisa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 é orçamento, não depósito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Sem recorte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176272"/>
            <a:ext cx="48371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Aqui o log, me ajuda: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09:14:02 INFO  Starting worker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09:14:02 INFO  Connected redis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(1.847 linhas) ...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09:31:55 ERROR ValueError: inva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(mais 600 linhas) ...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63640" y="1554480"/>
            <a:ext cx="5349240" cy="2880360"/>
          </a:xfrm>
          <a:prstGeom prst="roundRect">
            <a:avLst>
              <a:gd name="adj" fmla="val 2540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1967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 recorte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19672" y="2176272"/>
            <a:ext cx="483717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 no worker, ~2% dos registros.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ValueError: invalid literal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parser.py:42 in parse_row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Já verifiquei: CSV tem células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vazias. Schema não é meu.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Quero vazio -&gt; None, sem engolir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outros erros.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~40.000 tokens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263640" y="457200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tokens · e resposta melhor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Sessão longa apodrece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 de 3 horas acumula decisão revogada, tentativa abandonada e arquivo velho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pedir antes de abrir uma sessão nova: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“Escreva um resumo de estado em até 20 linhas: decisões tomadas e o porquê,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decisões que DESCARTAMOS e o motivo, arquivos alterados, o que está pendente.”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~90.000 tokens de histórico  →  ~600 de estado útil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45720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bloco de decisões descartadas é o que mais economiza: sem ele, a sessão nova propõe de novo tudo que já tinha sido recusado.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pedir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retorno aparece mais rápido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critério de aceite vai junto com o pedido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611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Pedido vago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96112" y="2176272"/>
            <a:ext cx="483717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otimiza essa função aqui pra mim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96112" y="269748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em quê? Tempo, memória, número de queries?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escolhe — e devolve algo legítimo, com async, ORM trocado e assinatura nova.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dá pra usar.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349240" cy="3017520"/>
          </a:xfrm>
          <a:prstGeom prst="roundRect">
            <a:avLst>
              <a:gd name="adj" fmla="val 2424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173736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Pedido com aceite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176272"/>
            <a:ext cx="4837176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Suspeita: N+1 no lazy load.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manter assinatura e retorno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 dependência nova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sem async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ACEITE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nº de queries constante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2226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diga quantas antes e depois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4800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pedido errado devolve código. O certo devolve código que entra no PR.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tarefa grande: plano antes do código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parágrafo que mais poupa retrabalho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6766560" cy="2103120"/>
          </a:xfrm>
          <a:prstGeom prst="roundRect">
            <a:avLst>
              <a:gd name="adj" fmla="val 3478"/>
            </a:avLst>
          </a:prstGeom>
          <a:solidFill>
            <a:srgbClr val="1A1D23"/>
          </a:solidFill>
          <a:ln w="12700">
            <a:solidFill>
              <a:srgbClr val="1A1D2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148840"/>
            <a:ext cx="61264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Antes de escrever qualquer código: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liste os arquivos que pretende tocar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aponte os riscos e o que pode quebrar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diga o que você NÃO vai mexer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 aí e espere meu OK.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86384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funciona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863840" y="242316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um plano de 10 linhas custa uma frase.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400 linhas geradas custa a tarefa inteira.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“Não mexe no serializers.py, é contrato público” — o modelo não tinha como saber.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sempre que a tarefa passa de um arquivo.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persistir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morre com a sessão. O que precisa sobreviver vira arquivo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arquivo de contexto no repositório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Lido em toda sessão, por todo mundo — então cada linha precisa se pagar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5740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Não entra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496312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“Usamos Python e FastAPI.”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“Os testes ficam em tests/.”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“Escreva código de qualidade.”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descobre isso em 2 segundos lendo o repo. E o time paga por essas linhas todo dia.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205740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Entra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496312"/>
            <a:ext cx="48371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“app/legacy/ está congelado.”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“Nunca chame billing direto — o rate limit é compartilhado e derruba geral.”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 = Pedido Antecipado.”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Isso nenhum modelo descobre sozinho.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Teste: se a linha pode ser respondida lendo o README, apague.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mora o que o código não conta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de notas, wiki, ADR no repo — a ferramenta importa menos que o formato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FBE9E7"/>
          </a:solidFill>
          <a:ln w="12700">
            <a:solidFill>
              <a:srgbClr val="F2C8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01168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Nota-diário (inútil)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4837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“Ontem discutimos o importador.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pessoal falou que era melhor a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nova. O João vai olhar.”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meses depois: qual problema?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abordagem? “ontem” quando?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João ainda está no time?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49240" cy="2606040"/>
          </a:xfrm>
          <a:prstGeom prst="roundRect">
            <a:avLst>
              <a:gd name="adj" fmla="val 2807"/>
            </a:avLst>
          </a:prstGeom>
          <a:solidFill>
            <a:srgbClr val="E4F0E8"/>
          </a:solidFill>
          <a:ln w="12700">
            <a:solidFill>
              <a:srgbClr val="C6DE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19672" y="2011680"/>
            <a:ext cx="4837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Fato, com porquê e validade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19672" y="2450592"/>
            <a:ext cx="483717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“Importação roda em lote noturno.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quê: fornecedor limita 100 req/min.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real derrubava a integração.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estoque tem 24h de atraso.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 em 2026-05-20.”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4663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título é a afirmação, não o tópico — é por ele que a IA decide se a nota importa.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 dentro da ferramenta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mais muda resultado não é trocar de modelo — é o ciclo deixar de ser opcional.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framework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749040" y="23774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é imposto: entender → planejar → executar → verificar.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7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não avança de etapa sem cumprir a anterior.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262B33"/>
          </a:solidFill>
          <a:ln w="12700">
            <a:solidFill>
              <a:srgbClr val="3A41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framework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749040" y="37490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é seguido quando dá tempo.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prazo, é a primeira coisa a ser abandonada.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Disciplina que depende de alguém lembrar, sob prazo, não é disciplina.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1051560" cy="105156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delegar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03120" y="32004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critério vale para qualquer agente autônomo — Devin ou outro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7" name="Text 5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mão · piloto · delega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que vem antes de abrir a ferramenta, não depois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MÃO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arquitetura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de produto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auth e pagamento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 em produção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48056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FDF1E3"/>
          </a:solidFill>
          <a:ln w="12700">
            <a:solidFill>
              <a:srgbClr val="FDF1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 desconhecida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ainda aberto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que atravessa módulos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Exploração de alternativas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1874520"/>
            <a:ext cx="3520440" cy="2514600"/>
          </a:xfrm>
          <a:prstGeom prst="roundRect">
            <a:avLst>
              <a:gd name="adj" fmla="val 2909"/>
            </a:avLst>
          </a:prstGeom>
          <a:solidFill>
            <a:srgbClr val="E4F0E8"/>
          </a:solidFill>
          <a:ln w="12700">
            <a:solidFill>
              <a:srgbClr val="E4F0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49640" y="20574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549640" y="251460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mecânica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com repro determinístico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faltando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e tipo em massa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6177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Delegue o tedioso e verificável. Pilote o ambíguo. Faça na mão o irreversível.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resolve quase tudo: existe teste que prova que ficou certo? Se não existe, não delegue.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6" name="Text 14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 que passa no CI e não deve ser aprovado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6035040" cy="2697480"/>
          </a:xfrm>
          <a:prstGeom prst="roundRect">
            <a:avLst>
              <a:gd name="adj" fmla="val 2712"/>
            </a:avLst>
          </a:prstGeom>
          <a:solidFill>
            <a:srgbClr val="1A1D23"/>
          </a:solidFill>
          <a:ln w="12700">
            <a:solidFill>
              <a:srgbClr val="1A1D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78308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parse_row(row) -&gt; int | None: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   return int(row["quantidade"])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try: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    return int(row["quantidade"])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except Exception: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    return None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def test_invalido():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    with pytest.raises(ValueError):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def test_invalido():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   assert parse_row("abc") is None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132320" y="1600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verde. Três problemas: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132320" y="2103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Exception engole tudo — coluna faltando vira None silencioso</a:t>
            </a:r>
            <a:endParaRPr lang="en-US" sz="1300" dirty="0"/>
          </a:p>
          <a:p>
            <a:pPr marL="342900" indent="-342900">
              <a:lnSpc>
                <a:spcPts val="17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teste antigo foi invertido para passar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tem um parâmetro de biblioteca que simplesmente não existe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diff não é revisar. O segundo item é o mais grave e o mais fácil de passar batido.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4892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Atalho: git diff nos testes primeiro. Linha alterada em teste existente exige justificativa escrita.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0" name="Text 8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não usar IA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Saber onde não usar é metade do ganho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07008" y="18470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e agregação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estima a partir do texto. Peça a query — a máquina calcula, o número é auditável.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715768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15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268833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arquitetura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688336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para levantar alternativas. A escolha é da pessoa — e é onde está o valor dela.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57016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557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7008" y="35295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 que não se entende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3529584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não entende cada linha, não aprove. Dívida no dia 1, incidente no dia 90.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365760" cy="365760"/>
          </a:xfrm>
          <a:prstGeom prst="ellipse">
            <a:avLst/>
          </a:prstGeom>
          <a:solidFill>
            <a:srgbClr val="FBE9E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398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07008" y="43708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cliente e segredo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80560" y="43708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no prompt. Anonimize ou use dado sintético. Sem exceção de prazo.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responsabilidade não é delegável: quem aprova responde. “A IA escreveu” não explica incidente.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2" name="Text 20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Ferramentas, rápido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eu uso hoje. Menos importante que tudo que veio antes — mas sempre perguntam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11226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2112264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trabalho acontece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807208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992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Superpowers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299923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de processo: impõe o ciclo dentro da ferramenta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694176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8862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Obsidian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38862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código não conta: decisão, porquê, regra de negócio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10881360" cy="749808"/>
          </a:xfrm>
          <a:prstGeom prst="roundRect">
            <a:avLst>
              <a:gd name="adj" fmla="val 9756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773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Compressão de saída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4773168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densa; economiza agora e no histórico depois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4406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de ferramenta não resolve problema de método. Pedido ruim é ruim em qualquer uma.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18" name="Text 16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22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coisas para segunda-feira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98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Nessa ordem — a primeira sozinha já muda o resultado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4028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91640" y="21671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Mande o trecho, não o arquivo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91640" y="254203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 o traceback e diga o que já verificou.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2688" y="342900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932688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91640" y="3355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Diga como você vai saber que ficou certo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373075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de critério de aceite, junto com o pedido.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5F7"/>
          </a:solidFill>
          <a:ln w="12700">
            <a:solidFill>
              <a:srgbClr val="E2E5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617720"/>
            <a:ext cx="502920" cy="50292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91640" y="45445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Rode antes de aprovar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91640" y="4919472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 diff não é revisar. Vale para PR de IA e de gente.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14476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das três depende de instalar nada.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1292840" y="6080760"/>
            <a:ext cx="384048" cy="384048"/>
          </a:xfrm>
          <a:prstGeom prst="ellipse">
            <a:avLst/>
          </a:prstGeom>
          <a:solidFill>
            <a:srgbClr val="D7EDEA"/>
          </a:solidFill>
          <a:ln/>
        </p:spPr>
      </p:sp>
      <p:sp>
        <p:nvSpPr>
          <p:cNvPr id="21" name="Text 19"/>
          <p:cNvSpPr/>
          <p:nvPr/>
        </p:nvSpPr>
        <p:spPr>
          <a:xfrm>
            <a:off x="11292840" y="608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D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Agora é de vocês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2971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minutos. Discordar é o melhor uso desse tempo.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388620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não vai funcionar no nosso contexto?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já fazem que o resto do time deveria copiar?</a:t>
            </a:r>
            <a:endParaRPr lang="en-US" sz="15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500" dirty="0">
                <a:solidFill>
                  <a:srgbClr val="9A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tarefa da sprint serviria de teste?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completo e templates: &lt;link do repositório&gt;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Como eu uso IA no dia a dia</dc:title>
  <dc:subject>PptxGenJS Presentation</dc:subject>
  <dc:creator>Bruno Dias</dc:creator>
  <cp:lastModifiedBy>Bruno Dias</cp:lastModifiedBy>
  <cp:revision>1</cp:revision>
  <dcterms:created xsi:type="dcterms:W3CDTF">2026-07-28T13:43:25Z</dcterms:created>
  <dcterms:modified xsi:type="dcterms:W3CDTF">2026-07-28T13:43:25Z</dcterms:modified>
</cp:coreProperties>
</file>
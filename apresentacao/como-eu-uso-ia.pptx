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239" r:id="rId1"/>
    <p:sldMasterId id="2147484075" r:id="rId2"/>
    <p:sldMasterId id="2147484065" r:id="rId3"/>
    <p:sldMasterId id="2147484182" r:id="rId4"/>
    <p:sldMasterId id="2147484229" r:id="rId5"/>
    <p:sldMasterId id="2147484150" r:id="rId6"/>
    <p:sldMasterId id="2147484154" r:id="rId7"/>
    <p:sldMasterId id="2147484045" r:id="rId8"/>
    <p:sldMasterId id="2147484054" r:id="rId9"/>
    <p:sldMasterId id="2147484203" r:id="rId10"/>
    <p:sldMasterId id="2147484224" r:id="rId11"/>
    <p:sldMasterId id="2147484171" r:id="rId12"/>
    <p:sldMasterId id="2147484175" r:id="rId13"/>
    <p:sldMasterId id="2147484234" r:id="rId14"/>
  </p:sldMasterIdLst>
  <p:notesMasterIdLst>
    <p:notesMasterId r:id="rId24"/>
  </p:notesMasterIdLst>
  <p:handoutMasterIdLst>
    <p:handoutMasterId r:id="rId25"/>
  </p:handoutMasterIdLst>
  <p:sldIdLst>
    <p:sldId id="2147481328" r:id="rId16"/>
    <p:sldId id="2147481329" r:id="rId23"/>
    <p:sldId id="2147481330" r:id="rId22"/>
    <p:sldId id="2147481331" r:id="rId21"/>
    <p:sldId id="2147481332" r:id="rId20"/>
    <p:sldId id="2147481333" r:id="rId19"/>
    <p:sldId id="2147481334" r:id="rId18"/>
    <p:sldId id="2147481335" r:id="rId17"/>
    <p:sldId id="2147481336" r:id="rId15"/>
    <p:sldId id="2147481337" r:id="rId33"/>
    <p:sldId id="2147481338" r:id="rId34"/>
    <p:sldId id="2147481339" r:id="rId35"/>
    <p:sldId id="2147481340" r:id="rId36"/>
    <p:sldId id="2147481341" r:id="rId37"/>
    <p:sldId id="2147481342" r:id="rId38"/>
    <p:sldId id="2147481343" r:id="rId39"/>
    <p:sldId id="2147481344" r:id="rId40"/>
    <p:sldId id="2147481345" r:id="rId41"/>
    <p:sldId id="2147481346" r:id="rId42"/>
    <p:sldId id="2147481347" r:id="rId43"/>
    <p:sldId id="2147481348" r:id="rId44"/>
    <p:sldId id="2147481349" r:id="rId45"/>
    <p:sldId id="2147481350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A4A3A4"/>
          </p15:clr>
        </p15:guide>
        <p15:guide id="4" pos="74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E5E5"/>
    <a:srgbClr val="19A3FC"/>
    <a:srgbClr val="000000"/>
    <a:srgbClr val="050D24"/>
    <a:srgbClr val="FFFFFF"/>
    <a:srgbClr val="0072BC"/>
    <a:srgbClr val="009AA4"/>
    <a:srgbClr val="007076"/>
    <a:srgbClr val="2E404D"/>
    <a:srgbClr val="E42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8" autoAdjust="0"/>
    <p:restoredTop sz="94654" autoAdjust="0"/>
  </p:normalViewPr>
  <p:slideViewPr>
    <p:cSldViewPr>
      <p:cViewPr varScale="1">
        <p:scale>
          <a:sx n="94" d="100"/>
          <a:sy n="94" d="100"/>
        </p:scale>
        <p:origin x="90" y="606"/>
      </p:cViewPr>
      <p:guideLst>
        <p:guide orient="horz" pos="2160"/>
        <p:guide pos="3840"/>
        <p:guide pos="240"/>
        <p:guide pos="7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84"/>
    </p:cViewPr>
  </p:sorter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" Target="slides/slide9.xml"/><Relationship Id="rId16" Type="http://schemas.openxmlformats.org/officeDocument/2006/relationships/slide" Target="slides/slide900.xml"/><Relationship Id="rId17" Type="http://schemas.openxmlformats.org/officeDocument/2006/relationships/slide" Target="slides/slide8.xml"/><Relationship Id="rId18" Type="http://schemas.openxmlformats.org/officeDocument/2006/relationships/slide" Target="slides/slide7.xml"/><Relationship Id="rId19" Type="http://schemas.openxmlformats.org/officeDocument/2006/relationships/slide" Target="slides/slide6.xml"/><Relationship Id="rId20" Type="http://schemas.openxmlformats.org/officeDocument/2006/relationships/slide" Target="slides/slide5.xml"/><Relationship Id="rId21" Type="http://schemas.openxmlformats.org/officeDocument/2006/relationships/slide" Target="slides/slide4.xml"/><Relationship Id="rId22" Type="http://schemas.openxmlformats.org/officeDocument/2006/relationships/slide" Target="slides/slide3.xml"/><Relationship Id="rId23" Type="http://schemas.openxmlformats.org/officeDocument/2006/relationships/slide" Target="slides/slide2.xml"/><Relationship Id="rId24" Type="http://schemas.openxmlformats.org/officeDocument/2006/relationships/notesMaster" Target="notesMasters/notesMaster1.xml"/><Relationship Id="rId25" Type="http://schemas.openxmlformats.org/officeDocument/2006/relationships/handoutMaster" Target="handoutMasters/handout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customXml" Target="../customXml/item1.xml"/><Relationship Id="rId31" Type="http://schemas.openxmlformats.org/officeDocument/2006/relationships/customXml" Target="../customXml/item2.xml"/><Relationship Id="rId32" Type="http://schemas.openxmlformats.org/officeDocument/2006/relationships/customXml" Target="../customXml/item3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F5F3CF2-0D2F-62EB-F9FA-5289929439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D0CDA-4A74-7373-1A98-BA772C315F9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8BF9E0-02C4-234E-AF12-F32F5E61E023}" type="datetimeFigureOut">
              <a:rPr lang="en-US" smtClean="0">
                <a:latin typeface="Arial" panose="020B0604020202020204" pitchFamily="34" charset="0"/>
              </a:rPr>
              <a:t>1/5/2026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C38906-40BE-6961-6268-E0C407BC82F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9C8528-A8AA-EDCA-B140-81A4C4FD12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23CE-3F45-1C4A-8C37-B8E64C81DE38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64606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4BACC3CC-056C-4C7B-97E3-8A853401A333}" type="datetimeFigureOut">
              <a:rPr lang="en-US" smtClean="0"/>
              <a:pPr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</a:defRPr>
            </a:lvl1pPr>
          </a:lstStyle>
          <a:p>
            <a:fld id="{3ABF52DC-EC59-4DE1-BAC7-23B3848E6B8A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18378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Enquadramento: isto nao e treinamento de ferramenta. Metade do tempo e de voces: 30 min de fala, 30 de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Baixar a guarda da plateia. Deixar claro que e experiencia, nao auditoria.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Contar um caso real curto de um dos tres. Vulnerabilidade primeiro.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central. Se levarem uma frase, e 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que o ciclo nao e cerimonia: em tarefa pequena cada etapa leva segundos.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nao e o custo: as 1.847 linhas irrelevantes disputam atencao com as 6 que importam.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Sugerir que testem hoje numa conversa longa que ja esteja aberta.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 de escrever: 40 segundos. Custo de nao escrever: o review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Demonstrar ao vivo se der tempo: e o item mais facil de copiar.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Transicao curta.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Armadilhas e a secao de maior valor. Pergunta: o que ja quebrou alguem que entrou agora?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Regra: data absoluta sempre. 'Recentemente' apodrece em silencio.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Dizer qual voce usa (Superpowers) como exemplo, nao como recomendacao fechada. O processo custa tokens a mais por sessao; o ganho aparece em nao refazer.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 squad usa Devin, abrir a conversa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Perguntar em qual coluna cai o que eles delegam hoje.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Deixar a plateia achar os problemas antes de revelar.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item de dado de cliente merece pausa se a squad lida com dado regulado.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Passar rapido. Se perguntarem de Devin: nao uso no dia a dia, mas o criterio da matriz vale igual.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Fechar pedindo que escolham UMA e tentem essa semana.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travar, comecar pela terceira pergunta: e a mais concreta e sempre destrava.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encerramento da marca. Nada e sobreposto ao logo.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w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w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w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microsoft.com/office/2007/relationships/hdphoto" Target="../media/hdphoto1.wdp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Relationship Id="rId2" Type="http://schemas.openxmlformats.org/officeDocument/2006/relationships/image" Target="../media/image5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2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Relationship Id="rId2" Type="http://schemas.openxmlformats.org/officeDocument/2006/relationships/image" Target="../media/image13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Relationship Id="rId2" Type="http://schemas.openxmlformats.org/officeDocument/2006/relationships/image" Target="../media/image2.w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Innovation Curve Overlay">
            <a:extLst>
              <a:ext uri="{FF2B5EF4-FFF2-40B4-BE49-F238E27FC236}">
                <a16:creationId xmlns:a16="http://schemas.microsoft.com/office/drawing/2014/main" id="{67EFF21B-9583-6EE9-5F33-149287A6B01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..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11821959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, Pa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mart Navy SemiTrans Overlay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Date">
            <a:extLst>
              <a:ext uri="{FF2B5EF4-FFF2-40B4-BE49-F238E27FC236}">
                <a16:creationId xmlns:a16="http://schemas.microsoft.com/office/drawing/2014/main" id="{D87E2A77-DBB3-3923-0029-4D3148E74DC9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6324601"/>
            <a:ext cx="129540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13" name="Legal Line">
            <a:extLst>
              <a:ext uri="{FF2B5EF4-FFF2-40B4-BE49-F238E27FC236}">
                <a16:creationId xmlns:a16="http://schemas.microsoft.com/office/drawing/2014/main" id="{36D0E9C7-1F5A-81CC-4242-80983EF9D3C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14" name="Information Type">
            <a:extLst>
              <a:ext uri="{FF2B5EF4-FFF2-40B4-BE49-F238E27FC236}">
                <a16:creationId xmlns:a16="http://schemas.microsoft.com/office/drawing/2014/main" id="{F8A3F60F-BBBB-8A08-44FD-39E6AB0E206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359796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[Information Type]</a:t>
            </a:r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FD957E5C-35D4-A4D9-6D53-531FEABE9BD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 cstate="screen">
              <a:alphaModFix amt="4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  =</a:t>
            </a:r>
          </a:p>
        </p:txBody>
      </p:sp>
      <p:sp>
        <p:nvSpPr>
          <p:cNvPr id="8" name="Cover Photo Placeholder">
            <a:extLst>
              <a:ext uri="{FF2B5EF4-FFF2-40B4-BE49-F238E27FC236}">
                <a16:creationId xmlns:a16="http://schemas.microsoft.com/office/drawing/2014/main" id="{4B3E92DB-5563-6F86-C3D4-DF362E5076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7" name="NTT DATA Global Logo" descr="NTT DATA Global Logo">
            <a:extLst>
              <a:ext uri="{FF2B5EF4-FFF2-40B4-BE49-F238E27FC236}">
                <a16:creationId xmlns:a16="http://schemas.microsoft.com/office/drawing/2014/main" id="{67CD9146-46D1-2584-90C9-AC323E0D78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3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38484009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  <p15:guide id="3" pos="2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3F234039-F9BC-AAAE-A07E-DCF49269657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">
            <a:extLst>
              <a:ext uri="{FF2B5EF4-FFF2-40B4-BE49-F238E27FC236}">
                <a16:creationId xmlns:a16="http://schemas.microsoft.com/office/drawing/2014/main" id="{44AC6934-5FBE-FCD3-D1F4-5F0671E877AB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 Line">
            <a:extLst>
              <a:ext uri="{FF2B5EF4-FFF2-40B4-BE49-F238E27FC236}">
                <a16:creationId xmlns:a16="http://schemas.microsoft.com/office/drawing/2014/main" id="{8F5AF9E9-1EA9-189A-D454-5A87BA7AE18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1828800" y="6324602"/>
            <a:ext cx="4114800" cy="304800"/>
          </a:xfr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7" name="InformationType">
            <a:extLst>
              <a:ext uri="{FF2B5EF4-FFF2-40B4-BE49-F238E27FC236}">
                <a16:creationId xmlns:a16="http://schemas.microsoft.com/office/drawing/2014/main" id="{51B77B86-8916-AB81-4396-509FE365167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>
                    <a:lumMod val="8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  <p:sp>
        <p:nvSpPr>
          <p:cNvPr id="4" name="Picture Placeholder 4">
            <a:extLst>
              <a:ext uri="{FF2B5EF4-FFF2-40B4-BE49-F238E27FC236}">
                <a16:creationId xmlns:a16="http://schemas.microsoft.com/office/drawing/2014/main" id="{A0CD6D9D-8D6C-BE0D-BAC6-0180996D77B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0"/>
            <a:ext cx="12192000" cy="6862482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111A4B15-57F9-BE95-1E63-1DD7D499E2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5"/>
          </p:nvPr>
        </p:nvSpPr>
        <p:spPr bwMode="black">
          <a:xfrm>
            <a:off x="402336" y="320040"/>
            <a:ext cx="1959724" cy="400077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2730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Lef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 noProof="0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6CF4C396-FB7A-4611-B9A9-DD62A7F1A8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E3BAD1A6-AE36-4EC7-E8E9-E68CE84F0678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6B8D68FD-3EFC-86B8-83A6-942558B1B30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39E6271-C556-3CDE-4CA2-0E42C3B98DE9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382000" y="3049200"/>
            <a:ext cx="34290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C3DAC39C-CF8E-2F9C-ACD8-8D0BDB2310D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3479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ackground, Full Innovation Curve on R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2" name="Innovation Curve Over">
            <a:extLst>
              <a:ext uri="{FF2B5EF4-FFF2-40B4-BE49-F238E27FC236}">
                <a16:creationId xmlns:a16="http://schemas.microsoft.com/office/drawing/2014/main" id="{9B37F7D8-7643-FEC4-6844-838554ED4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FFBA20BF-6E67-EA95-53B0-F188DED3EBC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7" name="MainTitle">
            <a:extLst>
              <a:ext uri="{FF2B5EF4-FFF2-40B4-BE49-F238E27FC236}">
                <a16:creationId xmlns:a16="http://schemas.microsoft.com/office/drawing/2014/main" id="{ABB14F8B-3974-9BD2-A151-F10E66DC4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10668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D3E7B21-42CE-65FE-E9DB-ABE96BDEB78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8458200" y="3049200"/>
            <a:ext cx="33528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0D1C59CF-9752-86EF-EC48-38D7153FEE2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8000"/>
            <a:ext cx="2065880" cy="300318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84188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C712B74A-36F0-0700-021B-0E4D577E1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3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-14748"/>
            <a:ext cx="6872748" cy="6872748"/>
          </a:xfrm>
          <a:prstGeom prst="rect">
            <a:avLst/>
          </a:prstGeom>
        </p:spPr>
      </p:pic>
      <p:sp>
        <p:nvSpPr>
          <p:cNvPr id="8" name="Date">
            <a:extLst>
              <a:ext uri="{FF2B5EF4-FFF2-40B4-BE49-F238E27FC236}">
                <a16:creationId xmlns:a16="http://schemas.microsoft.com/office/drawing/2014/main" id="{DDABABA1-E6FD-0810-F91F-B59773C327E3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6B654ED-CDF8-5D36-81AA-B53B42C4A6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48005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626D85F8-5C60-55E8-F695-C83691B0D46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59D0528C-EBEB-7766-EC68-F3FD0FB3104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5" name="InformationType">
            <a:extLst>
              <a:ext uri="{FF2B5EF4-FFF2-40B4-BE49-F238E27FC236}">
                <a16:creationId xmlns:a16="http://schemas.microsoft.com/office/drawing/2014/main" id="{2A64F12B-7C56-4867-F7B8-403863A6133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23507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nnovation Curve">
            <a:extLst>
              <a:ext uri="{FF2B5EF4-FFF2-40B4-BE49-F238E27FC236}">
                <a16:creationId xmlns:a16="http://schemas.microsoft.com/office/drawing/2014/main" id="{8C3B28B6-8B9E-C21F-EA6E-AA24B02D8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6952" y="0"/>
            <a:ext cx="4602549" cy="6876288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E681E2B2-C4FC-8ABD-155D-84D4AF640CB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BB498D8-977D-85C2-F8A1-6E0E81414FA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0999" y="3810000"/>
            <a:ext cx="6934199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ACBC0284-F137-DEED-F200-AA1951BACB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28431C58-D4D1-9B6E-6814-5BC0AD9AC28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4" name="InformationType">
            <a:extLst>
              <a:ext uri="{FF2B5EF4-FFF2-40B4-BE49-F238E27FC236}">
                <a16:creationId xmlns:a16="http://schemas.microsoft.com/office/drawing/2014/main" id="{3C177BD4-DCE1-A5B4-1CF2-D4D5631D72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9732122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2A174848-155F-5398-089A-999EEC47654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87859DFE-8CF4-4F3D-0EEA-A79E94194C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C2B27E61-CB09-FCF3-5814-3387DC26542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CAF6B9DB-A1D8-50E6-B765-048745E86E8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InformationType">
            <a:extLst>
              <a:ext uri="{FF2B5EF4-FFF2-40B4-BE49-F238E27FC236}">
                <a16:creationId xmlns:a16="http://schemas.microsoft.com/office/drawing/2014/main" id="{66374441-1B2C-85EC-9CC0-86A9446AE78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12358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93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114367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6819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57388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783320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532682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3045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chemeClr val="bg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223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59286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549798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89707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  <a:prstGeom prst="rect">
            <a:avLst/>
          </a:prstGeom>
        </p:spPr>
        <p:txBody>
          <a:bodyPr lIns="0" rIns="0"/>
          <a:lstStyle>
            <a:lvl1pPr>
              <a:defRPr lang="en-US" sz="2800" dirty="0">
                <a:latin typeface="+mj-lt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1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">
            <a:extLst>
              <a:ext uri="{FF2B5EF4-FFF2-40B4-BE49-F238E27FC236}">
                <a16:creationId xmlns:a16="http://schemas.microsoft.com/office/drawing/2014/main" id="{8BB232A3-2995-9204-E802-F3C30F0CB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3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70773" y="2431973"/>
            <a:ext cx="3740227" cy="3740227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89BF2500-0204-6794-6117-994843069250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D7F3AF08-D3FE-D48F-2C81-D85ABE9C58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Georgia" panose="02040502050405020303" pitchFamily="18" charset="0"/>
              </a:defRPr>
            </a:lvl1pPr>
          </a:lstStyle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002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274D0AF7-1A05-1559-4931-0828264A67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0096280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novation Curve Grid">
            <a:extLst>
              <a:ext uri="{FF2B5EF4-FFF2-40B4-BE49-F238E27FC236}">
                <a16:creationId xmlns:a16="http://schemas.microsoft.com/office/drawing/2014/main" id="{5F909AEB-096B-408B-7E00-05020CE68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9100" y="2447060"/>
            <a:ext cx="3718800" cy="3718800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>
                <a:lumMod val="65000"/>
              </a:schemeClr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5" name="Date">
            <a:extLst>
              <a:ext uri="{FF2B5EF4-FFF2-40B4-BE49-F238E27FC236}">
                <a16:creationId xmlns:a16="http://schemas.microsoft.com/office/drawing/2014/main" id="{8C7EA28C-8B63-7DD1-EDD6-535B46EC3F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6897360E-9D4A-FD52-676D-E4BF4B702E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 lIns="0" tIns="0" rIns="0" bIns="0"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5872B4FB-4C21-1855-289C-D882501BA88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2537605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2" name="Date">
            <a:extLst>
              <a:ext uri="{FF2B5EF4-FFF2-40B4-BE49-F238E27FC236}">
                <a16:creationId xmlns:a16="http://schemas.microsoft.com/office/drawing/2014/main" id="{DF94F6E8-6831-27C9-61B5-A91A50CA571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495800" y="6400800"/>
            <a:ext cx="909320" cy="304799"/>
          </a:xfr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3F699943-421D-6DD0-F669-4FB435277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79269" y="6400801"/>
            <a:ext cx="2364251" cy="304799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378ED44B-0811-B32D-0C14-3157DD8539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973400" y="6400800"/>
            <a:ext cx="360000" cy="304801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9" name="InformationType">
            <a:extLst>
              <a:ext uri="{FF2B5EF4-FFF2-40B4-BE49-F238E27FC236}">
                <a16:creationId xmlns:a16="http://schemas.microsoft.com/office/drawing/2014/main" id="{9B54D94D-E040-EB57-692A-F673B1C0049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449720" y="6400031"/>
            <a:ext cx="2065880" cy="30480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901146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">
            <a:extLst>
              <a:ext uri="{FF2B5EF4-FFF2-40B4-BE49-F238E27FC236}">
                <a16:creationId xmlns:a16="http://schemas.microsoft.com/office/drawing/2014/main" id="{EE784A98-DD2F-9213-B452-0888E8DA50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07FB7D70-C72D-6A53-CBE5-DAE9C28DC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2600" y="6400800"/>
            <a:ext cx="1066800" cy="304800"/>
          </a:xfrm>
        </p:spPr>
        <p:txBody>
          <a:bodyPr lIns="0" tIns="0" rIns="0" bIns="0"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369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489298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ver Over">
            <a:extLst>
              <a:ext uri="{FF2B5EF4-FFF2-40B4-BE49-F238E27FC236}">
                <a16:creationId xmlns:a16="http://schemas.microsoft.com/office/drawing/2014/main" id="{B6F394B1-2E3B-BF77-C553-C0A61B0755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00574" y="3733800"/>
            <a:ext cx="2723626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63438233-72EE-8BA4-9BBA-043E2EBD6617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 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95537A3D-A82B-E164-8992-B04EE50C035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848600" y="3049200"/>
            <a:ext cx="39624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3FB62210-704E-0AA6-FD3C-50952599D53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32734274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Background, Full Innovation 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4C066D7D-0D2A-E525-7A09-B865124FD30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0" y="3352800"/>
            <a:ext cx="12192000" cy="35052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 marL="914400" indent="0">
              <a:buNone/>
              <a:defRPr>
                <a:noFill/>
              </a:defRPr>
            </a:lvl3pPr>
            <a:lvl4pPr marL="1371600" indent="0">
              <a:buNone/>
              <a:defRPr>
                <a:noFill/>
              </a:defRPr>
            </a:lvl4pPr>
            <a:lvl5pPr marL="1828800" indent="0">
              <a:buNone/>
              <a:defRPr>
                <a:noFill/>
              </a:defRPr>
            </a:lvl5pPr>
          </a:lstStyle>
          <a:p>
            <a:pPr lvl="0"/>
            <a:endParaRPr lang="en-US"/>
          </a:p>
        </p:txBody>
      </p:sp>
      <p:sp>
        <p:nvSpPr>
          <p:cNvPr id="6" name="Picture Placeholder 4">
            <a:extLst>
              <a:ext uri="{FF2B5EF4-FFF2-40B4-BE49-F238E27FC236}">
                <a16:creationId xmlns:a16="http://schemas.microsoft.com/office/drawing/2014/main" id="{64ED725C-5701-90B3-92A2-BAE98517DD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3352800"/>
            <a:ext cx="12192000" cy="3509682"/>
          </a:xfrm>
          <a:prstGeom prst="rect">
            <a:avLst/>
          </a:prstGeom>
          <a:solidFill>
            <a:schemeClr val="tx1">
              <a:lumMod val="65000"/>
            </a:schemeClr>
          </a:solidFill>
        </p:spPr>
        <p:txBody>
          <a:bodyPr lIns="0" tIns="0" rIns="0" bIns="0" anchor="ctr"/>
          <a:lstStyle>
            <a:lvl1pPr marL="0" indent="0" algn="ctr">
              <a:buFontTx/>
              <a:buNone/>
              <a:defRPr sz="2400">
                <a:solidFill>
                  <a:schemeClr val="tx2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</a:t>
            </a:r>
            <a:br>
              <a:rPr lang="en-US" dirty="0"/>
            </a:br>
            <a:r>
              <a:rPr lang="en-US" dirty="0"/>
              <a:t>Then Reorder: Send to back</a:t>
            </a:r>
          </a:p>
        </p:txBody>
      </p:sp>
      <p:sp>
        <p:nvSpPr>
          <p:cNvPr id="4" name="Innovation Curve Over">
            <a:extLst>
              <a:ext uri="{FF2B5EF4-FFF2-40B4-BE49-F238E27FC236}">
                <a16:creationId xmlns:a16="http://schemas.microsoft.com/office/drawing/2014/main" id="{B8631883-9801-E2CA-CA11-CDED97BC79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067800" y="3733800"/>
            <a:ext cx="2741663" cy="274320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8AC34A6-2AC7-FC55-26A6-E925A628AC5C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381000" y="3049200"/>
            <a:ext cx="1315720" cy="304800"/>
          </a:xfrm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F84AF061-2BD7-B395-13B3-8F8BF417226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1000" y="2438400"/>
            <a:ext cx="11430000" cy="60960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/>
            </a:lvl1pPr>
            <a:lvl2pPr marL="457200" indent="0">
              <a:buFont typeface="Arial" panose="020B0604020202020204" pitchFamily="34" charset="0"/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noProof="0" dirty="0"/>
              <a:t>Click to enter the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2D27416B-E7EB-58FC-6089-EFC25F90F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1066800"/>
            <a:ext cx="11430000" cy="137160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8082150-82CC-B102-D30B-562E582481E8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43800" y="3049200"/>
            <a:ext cx="4267200" cy="304800"/>
          </a:xfrm>
        </p:spPr>
        <p:txBody>
          <a:bodyPr/>
          <a:lstStyle>
            <a:lvl1pPr algn="r"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8CF5306-C118-5506-EE7B-F7E980B08BB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63060" y="3043518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519580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novation Curve">
            <a:extLst>
              <a:ext uri="{FF2B5EF4-FFF2-40B4-BE49-F238E27FC236}">
                <a16:creationId xmlns:a16="http://schemas.microsoft.com/office/drawing/2014/main" id="{EDBA60DD-C22A-9316-ED2B-2ACC0A685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34000" y="0"/>
            <a:ext cx="6858000" cy="6858000"/>
          </a:xfrm>
          <a:prstGeom prst="rect">
            <a:avLst/>
          </a:prstGeom>
        </p:spPr>
      </p:pic>
      <p:sp>
        <p:nvSpPr>
          <p:cNvPr id="4" name="Date">
            <a:extLst>
              <a:ext uri="{FF2B5EF4-FFF2-40B4-BE49-F238E27FC236}">
                <a16:creationId xmlns:a16="http://schemas.microsoft.com/office/drawing/2014/main" id="{D755FCDF-1757-0DDE-B664-6E18DF38351C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48006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48006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D1339E27-17FE-46DF-AFFB-73BFB11533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7777627-C09C-D1AD-CBD9-F5839460373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82116090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al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nnovation Curve">
            <a:extLst>
              <a:ext uri="{FF2B5EF4-FFF2-40B4-BE49-F238E27FC236}">
                <a16:creationId xmlns:a16="http://schemas.microsoft.com/office/drawing/2014/main" id="{8FFE6425-34ED-5DB9-865C-1158B7140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alphaModFix amt="4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516218" y="-9334"/>
            <a:ext cx="4686799" cy="6867334"/>
          </a:xfrm>
          <a:prstGeom prst="rect">
            <a:avLst/>
          </a:prstGeom>
        </p:spPr>
      </p:pic>
      <p:sp>
        <p:nvSpPr>
          <p:cNvPr id="6" name="Date">
            <a:extLst>
              <a:ext uri="{FF2B5EF4-FFF2-40B4-BE49-F238E27FC236}">
                <a16:creationId xmlns:a16="http://schemas.microsoft.com/office/drawing/2014/main" id="{40435473-34D1-21A2-6355-15C49B8978D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289963B8-6E2F-5789-EF80-E5E2D21D18E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81000" y="3810000"/>
            <a:ext cx="6934200" cy="533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69342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F59C948C-D3BF-CA4F-F542-ED2CE628FBFC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E848DEC-7A87-3CD5-E950-EEB6859D9E5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5459142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Innovation 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59C9CC77-3312-DF50-2217-E80EE44FA30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8721CA36-DC1A-9DA0-482B-013C59CEC0C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1000" y="3810000"/>
            <a:ext cx="11430000" cy="533400"/>
          </a:xfrm>
          <a:prstGeom prst="rect">
            <a:avLst/>
          </a:prstGeom>
        </p:spPr>
        <p:txBody>
          <a:bodyPr lIns="0" tIns="45720" rIns="0"/>
          <a:lstStyle>
            <a:lvl1pPr algn="l">
              <a:defRPr lang="en-US" dirty="0" smtClean="0"/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Click to enter/edit subtitle text</a:t>
            </a:r>
          </a:p>
        </p:txBody>
      </p:sp>
      <p:sp>
        <p:nvSpPr>
          <p:cNvPr id="2" name="MainTitle">
            <a:extLst>
              <a:ext uri="{FF2B5EF4-FFF2-40B4-BE49-F238E27FC236}">
                <a16:creationId xmlns:a16="http://schemas.microsoft.com/office/drawing/2014/main" id="{32F4D80C-C221-F8D0-FC62-DDD4F8E726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438400"/>
            <a:ext cx="11430000" cy="13716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5B8528D5-DF0F-FF95-7F24-C0763AA92F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72020407-B4FE-1152-B230-32A0A4A0333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982200" y="632460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12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41786458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9224E-6D9A-F20A-E95C-3BD86FD1C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D3C075-3634-BEB1-AB31-623AD293F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657D48-2016-6562-8C30-A2CF18ED1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51B9585-B814-96B8-821F-CFBD1EE52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219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371600"/>
            <a:ext cx="11430000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50576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48400" y="1371600"/>
            <a:ext cx="5562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61378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066817-B6CF-A2DE-966F-DB9281D305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810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829AD-F282-6D19-1BDE-62A372EE46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672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3BCA8BAD-045F-5449-26C8-1CC7E5D921AD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8153400" y="1371600"/>
            <a:ext cx="3657600" cy="48768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CFB687-132C-1CA9-8A9A-779EFBBCE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79F7A9-35D1-1344-0A60-0E8C3F562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E9646E-BBCC-2CA0-9416-FFBF3870D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FA3CBC-D481-CBC2-5EFC-A4CAE0345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algn="ctr">
              <a:defRPr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02336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11013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114300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117446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676400"/>
            <a:ext cx="5562600" cy="4572000"/>
          </a:xfrm>
        </p:spPr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5832653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568FE96-3E29-F907-5227-E6C308DA183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10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E71A1A39-1496-229F-4AC6-886D7CFB5B2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ADFD2628-F803-8221-12EB-7198D350225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676400"/>
            <a:ext cx="3657600" cy="4572000"/>
          </a:xfrm>
        </p:spPr>
        <p:txBody>
          <a:bodyPr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EA9222-DBBF-5953-8E15-DA10C04897E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838200"/>
            <a:ext cx="11430000" cy="685800"/>
          </a:xfrm>
        </p:spPr>
        <p:txBody>
          <a:bodyPr>
            <a:noAutofit/>
          </a:bodyPr>
          <a:lstStyle>
            <a:lvl1pPr marL="0" indent="0">
              <a:buNone/>
              <a:defRPr lang="en-US" sz="2000" kern="1200" dirty="0" smtClean="0">
                <a:solidFill>
                  <a:srgbClr val="19A3FC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2DF17-A1AB-7E8D-EC34-3A4A87B7B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3B26C9-4CC7-EA8C-EBD1-615FCBB4A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161E99-54BE-C3A5-B54E-49B9C7224B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16319C-85FE-4494-FC99-C4DE72E7B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5089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8112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1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114300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559949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2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484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5562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2411410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3 Column Body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EC1029E4-1377-300E-C065-31436ED68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2672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D21A092-B787-801E-8664-20954CF6809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810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6">
            <a:extLst>
              <a:ext uri="{FF2B5EF4-FFF2-40B4-BE49-F238E27FC236}">
                <a16:creationId xmlns:a16="http://schemas.microsoft.com/office/drawing/2014/main" id="{8F30C4A1-C250-7BEF-3BC2-9CFB6304F3D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53400" y="1981200"/>
            <a:ext cx="3657600" cy="4267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AB63C9B-9EF9-29CD-5D25-907D968742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81000" y="685800"/>
            <a:ext cx="11430000" cy="1066800"/>
          </a:xfrm>
        </p:spPr>
        <p:txBody>
          <a:bodyPr lIns="0" rIns="0"/>
          <a:lstStyle>
            <a:lvl1pPr>
              <a:defRPr lang="en-US" sz="2800" dirty="0" smtClean="0">
                <a:solidFill>
                  <a:schemeClr val="tx1"/>
                </a:solidFill>
                <a:latin typeface="Georgia" panose="02040502050405020303" pitchFamily="18" charset="0"/>
                <a:cs typeface="Times New Roman" panose="02020603050405020304" pitchFamily="18" charset="0"/>
              </a:defRPr>
            </a:lvl1pPr>
          </a:lstStyle>
          <a:p>
            <a:pPr marL="0" lvl="0" indent="0">
              <a:lnSpc>
                <a:spcPct val="100000"/>
              </a:lnSpc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41A231-5EDC-C1A1-4ABB-BC6DA52F4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45720" rIns="0" bIns="45720" rtlCol="0" anchor="t">
            <a:noAutofit/>
          </a:bodyPr>
          <a:lstStyle>
            <a:lvl1pPr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224402-4AF5-E408-D3B7-C91183711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DB1DA6-2C96-66B0-2A4C-85DA505854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© 2026 NTT DATA, Inc.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979F26-3C27-4303-6B8D-77E75E532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60D39823-8059-4D49-BD26-6D32C31B8621}" type="slidenum">
              <a:rPr lang="en-US" smtClean="0"/>
              <a:pPr algn="ctr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65768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Curve 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novation Curve">
            <a:extLst>
              <a:ext uri="{FF2B5EF4-FFF2-40B4-BE49-F238E27FC236}">
                <a16:creationId xmlns:a16="http://schemas.microsoft.com/office/drawing/2014/main" id="{DFF4120D-EB83-4D10-1920-DB2F8C95AB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/>
        </p:nvSpPr>
        <p:spPr>
          <a:xfrm>
            <a:off x="8077200" y="2438400"/>
            <a:ext cx="3746500" cy="3748601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000" b="0" i="0" kern="1200">
                <a:noFill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noFill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noFill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noFill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830032E3-666E-86B5-7060-5C2D96D8BFA3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607343D4-00F3-960A-5C32-DA3E33AB59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2286000"/>
            <a:ext cx="72390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E2042BF-1D87-6AA4-DDBE-C7FEC20F521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5" name="Section Number">
            <a:extLst>
              <a:ext uri="{FF2B5EF4-FFF2-40B4-BE49-F238E27FC236}">
                <a16:creationId xmlns:a16="http://schemas.microsoft.com/office/drawing/2014/main" id="{4387841E-BCE3-E808-6ADE-02F702DCA42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1000" y="152400"/>
            <a:ext cx="11430000" cy="16764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4DA6E1C-9D47-E410-7BE5-64AAE327524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CAFFB951-27A9-5EF6-ACC5-3BE5CDB3578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8055723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novation Curve with Embedded Image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novation Curve">
            <a:extLst>
              <a:ext uri="{FF2B5EF4-FFF2-40B4-BE49-F238E27FC236}">
                <a16:creationId xmlns:a16="http://schemas.microsoft.com/office/drawing/2014/main" id="{981C731B-323B-2B27-B941-0443635D7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81000" y="2438400"/>
            <a:ext cx="3739084" cy="3739084"/>
          </a:xfrm>
          <a:prstGeom prst="rect">
            <a:avLst/>
          </a:prstGeom>
        </p:spPr>
      </p:pic>
      <p:sp>
        <p:nvSpPr>
          <p:cNvPr id="6" name="Picture Placeholder 9">
            <a:extLst>
              <a:ext uri="{FF2B5EF4-FFF2-40B4-BE49-F238E27FC236}">
                <a16:creationId xmlns:a16="http://schemas.microsoft.com/office/drawing/2014/main" id="{AFEDEDAD-5176-6B46-6061-8EFC6B39060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396000" y="2447060"/>
            <a:ext cx="3718800" cy="3718800"/>
          </a:xfrm>
          <a:custGeom>
            <a:avLst/>
            <a:gdLst>
              <a:gd name="connsiteX0" fmla="*/ 1704548 w 5267271"/>
              <a:gd name="connsiteY0" fmla="*/ 0 h 5272719"/>
              <a:gd name="connsiteX1" fmla="*/ 3527745 w 5267271"/>
              <a:gd name="connsiteY1" fmla="*/ 1774521 h 5272719"/>
              <a:gd name="connsiteX2" fmla="*/ 5267271 w 5267271"/>
              <a:gd name="connsiteY2" fmla="*/ 5269498 h 5272719"/>
              <a:gd name="connsiteX3" fmla="*/ 3509088 w 5267271"/>
              <a:gd name="connsiteY3" fmla="*/ 5269044 h 5272719"/>
              <a:gd name="connsiteX4" fmla="*/ 1794302 w 5267271"/>
              <a:gd name="connsiteY4" fmla="*/ 1858626 h 5272719"/>
              <a:gd name="connsiteX5" fmla="*/ 1794667 w 5267271"/>
              <a:gd name="connsiteY5" fmla="*/ 5270472 h 5272719"/>
              <a:gd name="connsiteX6" fmla="*/ 0 w 5267271"/>
              <a:gd name="connsiteY6" fmla="*/ 5272719 h 5272719"/>
              <a:gd name="connsiteX7" fmla="*/ 3384 w 5267271"/>
              <a:gd name="connsiteY7" fmla="*/ 1714773 h 5272719"/>
              <a:gd name="connsiteX8" fmla="*/ 569360 w 5267271"/>
              <a:gd name="connsiteY8" fmla="*/ 333790 h 5272719"/>
              <a:gd name="connsiteX9" fmla="*/ 1704548 w 5267271"/>
              <a:gd name="connsiteY9" fmla="*/ 0 h 5272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267271" h="5272719">
                <a:moveTo>
                  <a:pt x="1704548" y="0"/>
                </a:moveTo>
                <a:cubicBezTo>
                  <a:pt x="2442328" y="19929"/>
                  <a:pt x="2925708" y="438914"/>
                  <a:pt x="3527745" y="1774521"/>
                </a:cubicBezTo>
                <a:lnTo>
                  <a:pt x="5267271" y="5269498"/>
                </a:lnTo>
                <a:lnTo>
                  <a:pt x="3509088" y="5269044"/>
                </a:lnTo>
                <a:cubicBezTo>
                  <a:pt x="2932089" y="4085847"/>
                  <a:pt x="2376159" y="3052885"/>
                  <a:pt x="1794302" y="1858626"/>
                </a:cubicBezTo>
                <a:cubicBezTo>
                  <a:pt x="1800510" y="2806405"/>
                  <a:pt x="1797959" y="3550976"/>
                  <a:pt x="1794667" y="5270472"/>
                </a:cubicBezTo>
                <a:lnTo>
                  <a:pt x="0" y="5272719"/>
                </a:lnTo>
                <a:cubicBezTo>
                  <a:pt x="6041" y="3933998"/>
                  <a:pt x="-2660" y="3106972"/>
                  <a:pt x="3384" y="1714773"/>
                </a:cubicBezTo>
                <a:cubicBezTo>
                  <a:pt x="20552" y="931022"/>
                  <a:pt x="285832" y="562108"/>
                  <a:pt x="569360" y="333790"/>
                </a:cubicBezTo>
                <a:cubicBezTo>
                  <a:pt x="852888" y="105472"/>
                  <a:pt x="1272212" y="9538"/>
                  <a:pt x="1704548" y="0"/>
                </a:cubicBezTo>
                <a:close/>
              </a:path>
            </a:pathLst>
          </a:custGeom>
          <a:solidFill>
            <a:schemeClr val="tx1">
              <a:lumMod val="75000"/>
            </a:schemeClr>
          </a:solidFill>
          <a:ln w="12700">
            <a:solidFill>
              <a:schemeClr val="tx1"/>
            </a:solidFill>
          </a:ln>
          <a:effectLst/>
        </p:spPr>
        <p:txBody>
          <a:bodyPr wrap="none" lIns="0" tIns="1371600" rIns="0" anchor="t">
            <a:noAutofit/>
          </a:bodyPr>
          <a:lstStyle>
            <a:lvl1pPr marL="0" indent="0" algn="ctr">
              <a:buFontTx/>
              <a:buNone/>
              <a:defRPr sz="11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   Click to add picture</a:t>
            </a:r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3D107E1D-6F9E-D5D4-23A0-05F41092BB8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725B5FD-E0E9-1E4B-5EFE-D46E0910A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FA7AEA8C-8EEB-CD6B-7753-A7002EA38C6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2" name="Section Number">
            <a:extLst>
              <a:ext uri="{FF2B5EF4-FFF2-40B4-BE49-F238E27FC236}">
                <a16:creationId xmlns:a16="http://schemas.microsoft.com/office/drawing/2014/main" id="{4337322C-F1A6-A8D5-2662-80C365ECE1C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BC88EBEC-A4D1-CC23-6E08-93BFBE3DE1C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InformationType">
            <a:extLst>
              <a:ext uri="{FF2B5EF4-FFF2-40B4-BE49-F238E27FC236}">
                <a16:creationId xmlns:a16="http://schemas.microsoft.com/office/drawing/2014/main" id="{44FEAAAB-EE18-CB5D-44C6-310E6AB57A1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858000" y="6400031"/>
            <a:ext cx="206588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12330969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idebar 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F741D54-F18D-E80B-E1F9-560492621C87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038600" cy="6858000"/>
          </a:xfrm>
          <a:prstGeom prst="rect">
            <a:avLst/>
          </a:prstGeom>
          <a:solidFill>
            <a:schemeClr val="tx1">
              <a:lumMod val="75000"/>
            </a:schemeClr>
          </a:solidFill>
        </p:spPr>
        <p:txBody>
          <a:bodyPr tIns="2743200"/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99D4CB7-B560-6AA7-879A-088302D3D0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495800" y="6400801"/>
            <a:ext cx="909320" cy="304800"/>
          </a:xfrm>
          <a:prstGeom prst="rect">
            <a:avLst/>
          </a:prstGeom>
          <a:ln w="3175">
            <a:noFill/>
          </a:ln>
        </p:spPr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A8AAD6E7-7C26-418D-0B14-EA5390FD8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495800" y="2286000"/>
            <a:ext cx="7315200" cy="3886200"/>
          </a:xfrm>
        </p:spPr>
        <p:txBody>
          <a:bodyPr/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DCB869EF-7066-7A3E-AA6F-C7CD49114F5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7793400" y="6400800"/>
            <a:ext cx="720000" cy="304800"/>
          </a:xfrm>
          <a:ln w="3175">
            <a:noFill/>
          </a:ln>
        </p:spPr>
        <p:txBody>
          <a:bodyPr/>
          <a:lstStyle/>
          <a:p>
            <a:fld id="{58D24BC2-2B9E-4076-8133-31C4983A0EB9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2FA19E7-E40A-0756-7707-A3998AC3C7F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95800" y="685800"/>
            <a:ext cx="7315200" cy="1447800"/>
          </a:xfrm>
          <a:prstGeom prst="rect">
            <a:avLst/>
          </a:prstGeom>
        </p:spPr>
        <p:txBody>
          <a:bodyPr lIns="0" tIns="45720" rIns="0"/>
          <a:lstStyle>
            <a:lvl1pPr>
              <a:defRPr lang="en-US" sz="9600" b="1" dirty="0" smtClean="0">
                <a:solidFill>
                  <a:schemeClr val="bg2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en-US" noProof="0" dirty="0"/>
              <a:t>#</a:t>
            </a:r>
          </a:p>
        </p:txBody>
      </p:sp>
      <p:sp>
        <p:nvSpPr>
          <p:cNvPr id="2" name="Legal">
            <a:extLst>
              <a:ext uri="{FF2B5EF4-FFF2-40B4-BE49-F238E27FC236}">
                <a16:creationId xmlns:a16="http://schemas.microsoft.com/office/drawing/2014/main" id="{633C7958-CA9A-A92F-B7E7-8B7973238C8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5479269" y="6400800"/>
            <a:ext cx="2222011" cy="303168"/>
          </a:xfrm>
          <a:ln w="3175">
            <a:noFill/>
          </a:ln>
        </p:spPr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8" name="InformationType">
            <a:extLst>
              <a:ext uri="{FF2B5EF4-FFF2-40B4-BE49-F238E27FC236}">
                <a16:creationId xmlns:a16="http://schemas.microsoft.com/office/drawing/2014/main" id="{9412A306-2B7E-0534-2F4D-01807ACD929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400031"/>
            <a:ext cx="17526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b="0" i="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[Information Type]</a:t>
            </a:r>
          </a:p>
        </p:txBody>
      </p:sp>
    </p:spTree>
    <p:extLst>
      <p:ext uri="{BB962C8B-B14F-4D97-AF65-F5344CB8AC3E}">
        <p14:creationId xmlns:p14="http://schemas.microsoft.com/office/powerpoint/2010/main" val="2532826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th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F8661FD8-3372-AC27-F2C7-692F6A0DBD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 noProof="0" dirty="0"/>
              <a:t>January 2026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2F375C79-AE51-6B41-D9FC-0E2F9917F2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b="0" i="0"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DA1D7C05-6427-2687-6EB6-39368CA8EE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5827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7119822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ture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2A4A4756-BF09-2DAA-9B2B-7274ADF973F2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610293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Navy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TT DATA Global Logo" descr="NTT DATA Global Logo">
            <a:extLst>
              <a:ext uri="{FF2B5EF4-FFF2-40B4-BE49-F238E27FC236}">
                <a16:creationId xmlns:a16="http://schemas.microsoft.com/office/drawing/2014/main" id="{1615296B-7D86-833D-E6BA-B94DB6EC001E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FFFFFF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9900586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it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TT DATA Global Logo" descr="NTT DATA Global Logo">
            <a:extLst>
              <a:ext uri="{FF2B5EF4-FFF2-40B4-BE49-F238E27FC236}">
                <a16:creationId xmlns:a16="http://schemas.microsoft.com/office/drawing/2014/main" id="{9B1656D1-90B8-BAEC-BAE1-40408FA32F2C}"/>
              </a:ext>
            </a:extLst>
          </p:cNvPr>
          <p:cNvSpPr/>
          <p:nvPr userDrawn="1"/>
        </p:nvSpPr>
        <p:spPr bwMode="black">
          <a:xfrm>
            <a:off x="3403470" y="2880360"/>
            <a:ext cx="5385061" cy="1097280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accent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28668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"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0">
            <a:extLst>
              <a:ext uri="{FF2B5EF4-FFF2-40B4-BE49-F238E27FC236}">
                <a16:creationId xmlns:a16="http://schemas.microsoft.com/office/drawing/2014/main" id="{0D73EB22-28B8-EDF3-DAF5-3AC807C66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D24">
              <a:alpha val="57647"/>
            </a:srgbClr>
          </a:solidFill>
        </p:spPr>
        <p:txBody>
          <a:bodyPr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534A451C-A194-D71D-4CF6-5B22A3878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333909" y="2865120"/>
            <a:ext cx="5524182" cy="112776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</p:spPr>
        <p:txBody>
          <a:bodyPr wrap="none" lIns="0" tIns="0" rIns="0" bIns="0"/>
          <a:lstStyle>
            <a:lvl1pPr>
              <a:defRPr>
                <a:noFill/>
              </a:defRPr>
            </a:lvl1pPr>
            <a:lvl2pPr>
              <a:defRPr>
                <a:noFill/>
              </a:defRPr>
            </a:lvl2pPr>
            <a:lvl3pPr>
              <a:defRPr>
                <a:noFill/>
              </a:defRPr>
            </a:lvl3pPr>
            <a:lvl4pPr>
              <a:defRPr>
                <a:noFill/>
              </a:defRPr>
            </a:lvl4pPr>
            <a:lvl5pPr>
              <a:defRPr>
                <a:noFill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Picture Placeholder 4">
            <a:extLst>
              <a:ext uri="{FF2B5EF4-FFF2-40B4-BE49-F238E27FC236}">
                <a16:creationId xmlns:a16="http://schemas.microsoft.com/office/drawing/2014/main" id="{2F858FA1-7D21-8F05-79E4-62B789D77D0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60241"/>
          </a:xfrm>
          <a:prstGeom prst="rect">
            <a:avLst/>
          </a:prstGeom>
          <a:noFill/>
        </p:spPr>
        <p:txBody>
          <a:bodyPr tIns="2743200" bIns="0" anchor="ctr"/>
          <a:lstStyle>
            <a:lvl1pPr marL="0" indent="0" algn="ctr">
              <a:buFontTx/>
              <a:buNone/>
              <a:defRPr sz="2400">
                <a:solidFill>
                  <a:schemeClr val="accent3"/>
                </a:solidFill>
                <a:latin typeface="+mn-lt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add image. Then Reorder: Send to back</a:t>
            </a:r>
          </a:p>
        </p:txBody>
      </p:sp>
    </p:spTree>
    <p:extLst>
      <p:ext uri="{BB962C8B-B14F-4D97-AF65-F5344CB8AC3E}">
        <p14:creationId xmlns:p14="http://schemas.microsoft.com/office/powerpoint/2010/main" val="39415921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slideLayout" Target="../slideLayouts/slideLayout5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slideLayout" Target="../slideLayouts/slideLayout16.xml"/><Relationship Id="rId9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slideLayout" Target="../slideLayouts/slideLayout23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slideLayout" Target="../slideLayouts/slideLayout25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slideLayout" Target="../slideLayouts/slideLayout40.xml"/><Relationship Id="rId3" Type="http://schemas.openxmlformats.org/officeDocument/2006/relationships/slideLayout" Target="../slideLayouts/slideLayout41.xml"/><Relationship Id="rId4" Type="http://schemas.openxmlformats.org/officeDocument/2006/relationships/slideLayout" Target="../slideLayouts/slideLayout42.xml"/><Relationship Id="rId5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slideLayout" Target="../slideLayouts/slideLayout44.xml"/><Relationship Id="rId3" Type="http://schemas.openxmlformats.org/officeDocument/2006/relationships/slideLayout" Target="../slideLayouts/slideLayout45.xml"/><Relationship Id="rId4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theme" Target="../theme/theme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70F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C3A244F4-DCC8-926C-C40B-97795E7EE6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9" name="Legal">
            <a:extLst>
              <a:ext uri="{FF2B5EF4-FFF2-40B4-BE49-F238E27FC236}">
                <a16:creationId xmlns:a16="http://schemas.microsoft.com/office/drawing/2014/main" id="{326E4B9D-7B25-6F98-95C6-44F5E186EAA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CA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/>
              <a:t>Click to edit title</a:t>
            </a:r>
          </a:p>
        </p:txBody>
      </p:sp>
    </p:spTree>
    <p:extLst>
      <p:ext uri="{BB962C8B-B14F-4D97-AF65-F5344CB8AC3E}">
        <p14:creationId xmlns:p14="http://schemas.microsoft.com/office/powerpoint/2010/main" val="806375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40" r:id="rId1"/>
    <p:sldLayoutId id="2147484241" r:id="rId2"/>
    <p:sldLayoutId id="2147484242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6ACE2E93-F0C6-496C-92F8-919FE55763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Footer Placeholder 8">
            <a:extLst>
              <a:ext uri="{FF2B5EF4-FFF2-40B4-BE49-F238E27FC236}">
                <a16:creationId xmlns:a16="http://schemas.microsoft.com/office/drawing/2014/main" id="{6F6F2F78-2ADE-918C-2B29-50DDCEC82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0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BB150AA-7E16-0669-0BE0-D2DE680F91CD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961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8" r:id="rId1"/>
    <p:sldLayoutId id="2147484079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2B77F751-4A73-F5B2-46BF-FA8F83187E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169877AF-B46D-3BC5-5B99-8D6306414C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993E904F-F143-F66C-80F2-44AF6A64563C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753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72" r:id="rId1"/>
    <p:sldLayoutId id="2147484073" r:id="rId2"/>
    <p:sldLayoutId id="21474840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rgbClr val="050D24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768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E4A297F2-4804-B5AA-637C-78C8A88550D2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730919A-842B-324C-CCDA-7945A8CEB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405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1" r:id="rId1"/>
    <p:sldLayoutId id="2147484202" r:id="rId2"/>
    <p:sldLayoutId id="2147484186" r:id="rId3"/>
    <p:sldLayoutId id="2147484195" r:id="rId4"/>
    <p:sldLayoutId id="2147484196" r:id="rId5"/>
    <p:sldLayoutId id="2147484197" r:id="rId6"/>
    <p:sldLayoutId id="2147484198" r:id="rId7"/>
    <p:sldLayoutId id="2147484199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2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04FD1337-5DF6-30A3-4131-6B12D60DB5C4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8874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0" r:id="rId1"/>
    <p:sldLayoutId id="2147484231" r:id="rId2"/>
    <p:sldLayoutId id="2147484232" r:id="rId3"/>
    <p:sldLayoutId id="2147484233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chemeClr val="bg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ate">
            <a:extLst>
              <a:ext uri="{FF2B5EF4-FFF2-40B4-BE49-F238E27FC236}">
                <a16:creationId xmlns:a16="http://schemas.microsoft.com/office/drawing/2014/main" id="{933C1A37-ACD8-D48C-2A9C-184E81D40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393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17" name="Legal">
            <a:extLst>
              <a:ext uri="{FF2B5EF4-FFF2-40B4-BE49-F238E27FC236}">
                <a16:creationId xmlns:a16="http://schemas.microsoft.com/office/drawing/2014/main" id="{BDF70361-4B6B-3910-FF6C-ECC5D8C51D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394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031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 algn="ctr"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NTT DATA Global Logo">
            <a:extLst>
              <a:ext uri="{FF2B5EF4-FFF2-40B4-BE49-F238E27FC236}">
                <a16:creationId xmlns:a16="http://schemas.microsoft.com/office/drawing/2014/main" id="{ACF67C27-B40E-34F0-C726-29EAECB10D3A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85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1" r:id="rId1"/>
    <p:sldLayoutId id="2147484152" r:id="rId2"/>
    <p:sldLayoutId id="2147484153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chemeClr val="bg1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349E4B0B-2645-B2A3-8226-132DADE9E0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rgbClr val="050D24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ED1211A4-6D56-BCC0-9645-3000A06B6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rgbClr val="050D24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lIns="0" tIns="0" rIns="0" bIns="0" anchor="ctr"/>
          <a:lstStyle>
            <a:lvl1pPr>
              <a:defRPr lang="en-US" sz="800" noProof="0" smtClean="0">
                <a:solidFill>
                  <a:schemeClr val="tx2"/>
                </a:solidFill>
              </a:defRPr>
            </a:lvl1pPr>
          </a:lstStyle>
          <a:p>
            <a:pPr algn="ctr"/>
            <a:fld id="{83ADEA99-682E-4231-A4C9-95AE759D37D5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BCFF8549-A65D-657A-573F-06333E7CA78B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rgbClr val="0072BC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67179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5" r:id="rId1"/>
    <p:sldLayoutId id="2147484156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">
            <a:extLst>
              <a:ext uri="{FF2B5EF4-FFF2-40B4-BE49-F238E27FC236}">
                <a16:creationId xmlns:a16="http://schemas.microsoft.com/office/drawing/2014/main" id="{634BA0EC-9CEF-D6D5-870B-6C584540BAA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5" name="Legal">
            <a:extLst>
              <a:ext uri="{FF2B5EF4-FFF2-40B4-BE49-F238E27FC236}">
                <a16:creationId xmlns:a16="http://schemas.microsoft.com/office/drawing/2014/main" id="{E10867FC-9AA0-D55B-9EAE-A4F0F6197B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NTT DATA Global Logo" descr="NTT DATA Global Logo">
            <a:extLst>
              <a:ext uri="{FF2B5EF4-FFF2-40B4-BE49-F238E27FC236}">
                <a16:creationId xmlns:a16="http://schemas.microsoft.com/office/drawing/2014/main" id="{3C36CBDA-07E1-6588-F97E-5F366DDBDF53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16245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49" r:id="rId1"/>
    <p:sldLayoutId id="2147484050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">
            <a:extLst>
              <a:ext uri="{FF2B5EF4-FFF2-40B4-BE49-F238E27FC236}">
                <a16:creationId xmlns:a16="http://schemas.microsoft.com/office/drawing/2014/main" id="{1186516B-39F7-0349-EBD6-2E8D804DAB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24601"/>
            <a:ext cx="1295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F8F8F8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7" name="Legal">
            <a:extLst>
              <a:ext uri="{FF2B5EF4-FFF2-40B4-BE49-F238E27FC236}">
                <a16:creationId xmlns:a16="http://schemas.microsoft.com/office/drawing/2014/main" id="{AFA71394-3F9A-5F92-B57D-92D1ABAED6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828800" y="6324602"/>
            <a:ext cx="41148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438400"/>
            <a:ext cx="4953000" cy="137160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4" name="NTT DATA Global Logo" descr="NTT DATA Global Logo">
            <a:extLst>
              <a:ext uri="{FF2B5EF4-FFF2-40B4-BE49-F238E27FC236}">
                <a16:creationId xmlns:a16="http://schemas.microsoft.com/office/drawing/2014/main" id="{18254DDE-CB0C-92D7-A6B5-768C00414CCB}"/>
              </a:ext>
            </a:extLst>
          </p:cNvPr>
          <p:cNvSpPr/>
          <p:nvPr userDrawn="1"/>
        </p:nvSpPr>
        <p:spPr bwMode="black">
          <a:xfrm>
            <a:off x="402336" y="320040"/>
            <a:ext cx="1956816" cy="39872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475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55" r:id="rId1"/>
    <p:sldLayoutId id="2147484056" r:id="rId2"/>
    <p:sldLayoutId id="2147484057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5400" b="0" i="0" kern="1200" dirty="0">
          <a:solidFill>
            <a:srgbClr val="F8F8F8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5333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371600"/>
            <a:ext cx="11430000" cy="4805363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>
                <a:solidFill>
                  <a:schemeClr val="tx1"/>
                </a:solidFill>
              </a:defRPr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EE0929A7-1D82-E58C-7D80-4E5ADC6ECCAE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14188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04" r:id="rId1"/>
    <p:sldLayoutId id="2147484205" r:id="rId2"/>
    <p:sldLayoutId id="2147484206" r:id="rId3"/>
    <p:sldLayoutId id="2147484207" r:id="rId4"/>
    <p:sldLayoutId id="2147484208" r:id="rId5"/>
    <p:sldLayoutId id="2147484209" r:id="rId6"/>
    <p:sldLayoutId id="2147484210" r:id="rId7"/>
    <p:sldLayoutId id="2147484211" r:id="rId8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 dirty="0">
          <a:solidFill>
            <a:schemeClr val="tx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DB37B6-3DF4-34BD-D5E9-52EA5E80D4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smtClean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January 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C5F86-8F5F-160E-E108-4A97EA9FE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600" y="6400800"/>
            <a:ext cx="4114800" cy="304800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>
              <a:defRPr lang="en-US"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© 2026 NTT DATA, Inc.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4DB4C7-535B-ACE9-FD48-E216483B5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04801"/>
            <a:ext cx="11430000" cy="380999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15ACC7-9813-39D4-E0E6-4E62A1947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676400"/>
            <a:ext cx="11430000" cy="4572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A58B4-77D9-E987-C197-DA4CB60F7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smtClean="0"/>
            </a:lvl1pPr>
          </a:lstStyle>
          <a:p>
            <a:fld id="{60D39823-8059-4D49-BD26-6D32C31B8621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NTT DATA Global Logo">
            <a:extLst>
              <a:ext uri="{FF2B5EF4-FFF2-40B4-BE49-F238E27FC236}">
                <a16:creationId xmlns:a16="http://schemas.microsoft.com/office/drawing/2014/main" id="{FCB66863-8379-6B12-AF6C-4FED25C397A8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29843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5" r:id="rId1"/>
    <p:sldLayoutId id="2147484226" r:id="rId2"/>
    <p:sldLayoutId id="2147484227" r:id="rId3"/>
    <p:sldLayoutId id="214748422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000" kern="1200" dirty="0">
          <a:solidFill>
            <a:srgbClr val="19A3FC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7013" indent="-227013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985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712913" indent="-2857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1145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">
            <a:extLst>
              <a:ext uri="{FF2B5EF4-FFF2-40B4-BE49-F238E27FC236}">
                <a16:creationId xmlns:a16="http://schemas.microsoft.com/office/drawing/2014/main" id="{50A5D791-A482-EDEF-8A3C-D4FB9FECC6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1"/>
            <a:ext cx="914400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C985B73-0F18-F280-6DFA-98D9E7E3C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2286000"/>
            <a:ext cx="7315200" cy="2667000"/>
          </a:xfrm>
          <a:prstGeom prst="rect">
            <a:avLst/>
          </a:prstGeom>
        </p:spPr>
        <p:txBody>
          <a:bodyPr vert="horz" lIns="0" tIns="0" rIns="0" bIns="45720" rtlCol="0" anchor="t">
            <a:noAutofit/>
          </a:bodyPr>
          <a:lstStyle/>
          <a:p>
            <a:r>
              <a:rPr lang="en-US" noProof="0" dirty="0"/>
              <a:t>Click to edit title</a:t>
            </a:r>
          </a:p>
        </p:txBody>
      </p:sp>
      <p:sp>
        <p:nvSpPr>
          <p:cNvPr id="6" name="Legal">
            <a:extLst>
              <a:ext uri="{FF2B5EF4-FFF2-40B4-BE49-F238E27FC236}">
                <a16:creationId xmlns:a16="http://schemas.microsoft.com/office/drawing/2014/main" id="{755F9A41-F068-F62B-8D77-AD45E3E7D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1"/>
            <a:ext cx="4114801" cy="304799"/>
          </a:xfrm>
          <a:prstGeom prst="rect">
            <a:avLst/>
          </a:prstGeom>
          <a:ln w="3175">
            <a:noFill/>
          </a:ln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EDC08B3B-0173-8E52-C079-CC15406A8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1"/>
            <a:ext cx="1066800" cy="304799"/>
          </a:xfrm>
          <a:prstGeom prst="rect">
            <a:avLst/>
          </a:prstGeom>
          <a:ln w="3175">
            <a:noFill/>
          </a:ln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58D24BC2-2B9E-4076-8133-31C4983A0EB9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NTT DATA Global Logo">
            <a:extLst>
              <a:ext uri="{FF2B5EF4-FFF2-40B4-BE49-F238E27FC236}">
                <a16:creationId xmlns:a16="http://schemas.microsoft.com/office/drawing/2014/main" id="{61F51151-8636-CEBB-0FAC-0AB69057D5BD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549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2" r:id="rId1"/>
    <p:sldLayoutId id="2147484173" r:id="rId2"/>
    <p:sldLayoutId id="2147484174" r:id="rId3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4800" b="0" i="0" kern="1200" dirty="0">
          <a:solidFill>
            <a:srgbClr val="FFFFFF"/>
          </a:solidFill>
          <a:latin typeface="Georgia" panose="02040502050405020303" pitchFamily="18" charset="0"/>
          <a:ea typeface="+mj-ea"/>
          <a:cs typeface="Times New Roman" panose="02020603050405020304" pitchFamily="18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lang="en-US" sz="2000" b="0" i="0" kern="1200" dirty="0" smtClean="0">
          <a:solidFill>
            <a:srgbClr val="F8F8F8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">
            <a:extLst>
              <a:ext uri="{FF2B5EF4-FFF2-40B4-BE49-F238E27FC236}">
                <a16:creationId xmlns:a16="http://schemas.microsoft.com/office/drawing/2014/main" id="{A0A625B7-9DEA-C2F4-8B8D-108176C109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400800"/>
            <a:ext cx="914400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 noProof="0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1801358D-6256-A5EC-0C43-E4F553ECF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371599" y="6400800"/>
            <a:ext cx="4114801" cy="3048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noProof="0" dirty="0"/>
              <a:t>© 2026 NTT DATA, Inc.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6CCEEA4F-B2F9-F5FD-831B-C14426169E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2600" y="6400800"/>
            <a:ext cx="1066800" cy="304800"/>
          </a:xfrm>
          <a:prstGeom prst="rect">
            <a:avLst/>
          </a:prstGeom>
        </p:spPr>
        <p:txBody>
          <a:bodyPr anchor="ctr"/>
          <a:lstStyle>
            <a:lvl1pPr algn="ctr">
              <a:defRPr lang="en-US" sz="800" noProof="0" smtClean="0"/>
            </a:lvl1pPr>
          </a:lstStyle>
          <a:p>
            <a:fld id="{83ADEA99-682E-4231-A4C9-95AE759D37D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NTT DATA Global Logo">
            <a:extLst>
              <a:ext uri="{FF2B5EF4-FFF2-40B4-BE49-F238E27FC236}">
                <a16:creationId xmlns:a16="http://schemas.microsoft.com/office/drawing/2014/main" id="{3670AC95-C36A-F554-275E-8EA8BC640A1F}"/>
              </a:ext>
            </a:extLst>
          </p:cNvPr>
          <p:cNvSpPr/>
          <p:nvPr userDrawn="1"/>
        </p:nvSpPr>
        <p:spPr bwMode="black">
          <a:xfrm>
            <a:off x="10588752" y="6428232"/>
            <a:ext cx="1211639" cy="246888"/>
          </a:xfrm>
          <a:custGeom>
            <a:avLst/>
            <a:gdLst>
              <a:gd name="connsiteX0" fmla="*/ 9329240 w 10020924"/>
              <a:gd name="connsiteY0" fmla="*/ 1080290 h 2041903"/>
              <a:gd name="connsiteX1" fmla="*/ 9251983 w 10020924"/>
              <a:gd name="connsiteY1" fmla="*/ 1187029 h 2041903"/>
              <a:gd name="connsiteX2" fmla="*/ 9329240 w 10020924"/>
              <a:gd name="connsiteY2" fmla="*/ 1296468 h 2041903"/>
              <a:gd name="connsiteX3" fmla="*/ 9782722 w 10020924"/>
              <a:gd name="connsiteY3" fmla="*/ 1296468 h 2041903"/>
              <a:gd name="connsiteX4" fmla="*/ 9782722 w 10020924"/>
              <a:gd name="connsiteY4" fmla="*/ 1080290 h 2041903"/>
              <a:gd name="connsiteX5" fmla="*/ 7331825 w 10020924"/>
              <a:gd name="connsiteY5" fmla="*/ 1080290 h 2041903"/>
              <a:gd name="connsiteX6" fmla="*/ 7254583 w 10020924"/>
              <a:gd name="connsiteY6" fmla="*/ 1187029 h 2041903"/>
              <a:gd name="connsiteX7" fmla="*/ 7331825 w 10020924"/>
              <a:gd name="connsiteY7" fmla="*/ 1296468 h 2041903"/>
              <a:gd name="connsiteX8" fmla="*/ 7785307 w 10020924"/>
              <a:gd name="connsiteY8" fmla="*/ 1296468 h 2041903"/>
              <a:gd name="connsiteX9" fmla="*/ 7785307 w 10020924"/>
              <a:gd name="connsiteY9" fmla="*/ 1080290 h 2041903"/>
              <a:gd name="connsiteX10" fmla="*/ 6171264 w 10020924"/>
              <a:gd name="connsiteY10" fmla="*/ 689323 h 2041903"/>
              <a:gd name="connsiteX11" fmla="*/ 6171264 w 10020924"/>
              <a:gd name="connsiteY11" fmla="*/ 1297318 h 2041903"/>
              <a:gd name="connsiteX12" fmla="*/ 6558679 w 10020924"/>
              <a:gd name="connsiteY12" fmla="*/ 1297318 h 2041903"/>
              <a:gd name="connsiteX13" fmla="*/ 6679368 w 10020924"/>
              <a:gd name="connsiteY13" fmla="*/ 1156413 h 2041903"/>
              <a:gd name="connsiteX14" fmla="*/ 6679368 w 10020924"/>
              <a:gd name="connsiteY14" fmla="*/ 830244 h 2041903"/>
              <a:gd name="connsiteX15" fmla="*/ 6558679 w 10020924"/>
              <a:gd name="connsiteY15" fmla="*/ 689323 h 2041903"/>
              <a:gd name="connsiteX16" fmla="*/ 9072763 w 10020924"/>
              <a:gd name="connsiteY16" fmla="*/ 463851 h 2041903"/>
              <a:gd name="connsiteX17" fmla="*/ 9678449 w 10020924"/>
              <a:gd name="connsiteY17" fmla="*/ 463851 h 2041903"/>
              <a:gd name="connsiteX18" fmla="*/ 10020924 w 10020924"/>
              <a:gd name="connsiteY18" fmla="*/ 826574 h 2041903"/>
              <a:gd name="connsiteX19" fmla="*/ 10020924 w 10020924"/>
              <a:gd name="connsiteY19" fmla="*/ 1522671 h 2041903"/>
              <a:gd name="connsiteX20" fmla="*/ 9304207 w 10020924"/>
              <a:gd name="connsiteY20" fmla="*/ 1522671 h 2041903"/>
              <a:gd name="connsiteX21" fmla="*/ 9015771 w 10020924"/>
              <a:gd name="connsiteY21" fmla="*/ 1219793 h 2041903"/>
              <a:gd name="connsiteX22" fmla="*/ 9015771 w 10020924"/>
              <a:gd name="connsiteY22" fmla="*/ 1169781 h 2041903"/>
              <a:gd name="connsiteX23" fmla="*/ 9294061 w 10020924"/>
              <a:gd name="connsiteY23" fmla="*/ 866738 h 2041903"/>
              <a:gd name="connsiteX24" fmla="*/ 9782829 w 10020924"/>
              <a:gd name="connsiteY24" fmla="*/ 866738 h 2041903"/>
              <a:gd name="connsiteX25" fmla="*/ 9782707 w 10020924"/>
              <a:gd name="connsiteY25" fmla="*/ 829349 h 2041903"/>
              <a:gd name="connsiteX26" fmla="*/ 9662481 w 10020924"/>
              <a:gd name="connsiteY26" fmla="*/ 688428 h 2041903"/>
              <a:gd name="connsiteX27" fmla="*/ 9072763 w 10020924"/>
              <a:gd name="connsiteY27" fmla="*/ 688428 h 2041903"/>
              <a:gd name="connsiteX28" fmla="*/ 8071817 w 10020924"/>
              <a:gd name="connsiteY28" fmla="*/ 463851 h 2041903"/>
              <a:gd name="connsiteX29" fmla="*/ 8991911 w 10020924"/>
              <a:gd name="connsiteY29" fmla="*/ 463851 h 2041903"/>
              <a:gd name="connsiteX30" fmla="*/ 8991911 w 10020924"/>
              <a:gd name="connsiteY30" fmla="*/ 686668 h 2041903"/>
              <a:gd name="connsiteX31" fmla="*/ 8652240 w 10020924"/>
              <a:gd name="connsiteY31" fmla="*/ 686668 h 2041903"/>
              <a:gd name="connsiteX32" fmla="*/ 8652240 w 10020924"/>
              <a:gd name="connsiteY32" fmla="*/ 1522955 h 2041903"/>
              <a:gd name="connsiteX33" fmla="*/ 8411534 w 10020924"/>
              <a:gd name="connsiteY33" fmla="*/ 1522955 h 2041903"/>
              <a:gd name="connsiteX34" fmla="*/ 8411534 w 10020924"/>
              <a:gd name="connsiteY34" fmla="*/ 686668 h 2041903"/>
              <a:gd name="connsiteX35" fmla="*/ 8071817 w 10020924"/>
              <a:gd name="connsiteY35" fmla="*/ 686668 h 2041903"/>
              <a:gd name="connsiteX36" fmla="*/ 7075333 w 10020924"/>
              <a:gd name="connsiteY36" fmla="*/ 463851 h 2041903"/>
              <a:gd name="connsiteX37" fmla="*/ 7681075 w 10020924"/>
              <a:gd name="connsiteY37" fmla="*/ 463851 h 2041903"/>
              <a:gd name="connsiteX38" fmla="*/ 8023417 w 10020924"/>
              <a:gd name="connsiteY38" fmla="*/ 826574 h 2041903"/>
              <a:gd name="connsiteX39" fmla="*/ 8023417 w 10020924"/>
              <a:gd name="connsiteY39" fmla="*/ 1522671 h 2041903"/>
              <a:gd name="connsiteX40" fmla="*/ 7306759 w 10020924"/>
              <a:gd name="connsiteY40" fmla="*/ 1522671 h 2041903"/>
              <a:gd name="connsiteX41" fmla="*/ 7018293 w 10020924"/>
              <a:gd name="connsiteY41" fmla="*/ 1219793 h 2041903"/>
              <a:gd name="connsiteX42" fmla="*/ 7018293 w 10020924"/>
              <a:gd name="connsiteY42" fmla="*/ 1169781 h 2041903"/>
              <a:gd name="connsiteX43" fmla="*/ 7296628 w 10020924"/>
              <a:gd name="connsiteY43" fmla="*/ 866738 h 2041903"/>
              <a:gd name="connsiteX44" fmla="*/ 7785307 w 10020924"/>
              <a:gd name="connsiteY44" fmla="*/ 866738 h 2041903"/>
              <a:gd name="connsiteX45" fmla="*/ 7785307 w 10020924"/>
              <a:gd name="connsiteY45" fmla="*/ 829349 h 2041903"/>
              <a:gd name="connsiteX46" fmla="*/ 7665080 w 10020924"/>
              <a:gd name="connsiteY46" fmla="*/ 688428 h 2041903"/>
              <a:gd name="connsiteX47" fmla="*/ 7075333 w 10020924"/>
              <a:gd name="connsiteY47" fmla="*/ 688428 h 2041903"/>
              <a:gd name="connsiteX48" fmla="*/ 5930572 w 10020924"/>
              <a:gd name="connsiteY48" fmla="*/ 463851 h 2041903"/>
              <a:gd name="connsiteX49" fmla="*/ 6574718 w 10020924"/>
              <a:gd name="connsiteY49" fmla="*/ 463851 h 2041903"/>
              <a:gd name="connsiteX50" fmla="*/ 6925013 w 10020924"/>
              <a:gd name="connsiteY50" fmla="*/ 834884 h 2041903"/>
              <a:gd name="connsiteX51" fmla="*/ 6925013 w 10020924"/>
              <a:gd name="connsiteY51" fmla="*/ 1151743 h 2041903"/>
              <a:gd name="connsiteX52" fmla="*/ 6585968 w 10020924"/>
              <a:gd name="connsiteY52" fmla="*/ 1522671 h 2041903"/>
              <a:gd name="connsiteX53" fmla="*/ 5930572 w 10020924"/>
              <a:gd name="connsiteY53" fmla="*/ 1522671 h 2041903"/>
              <a:gd name="connsiteX54" fmla="*/ 4717895 w 10020924"/>
              <a:gd name="connsiteY54" fmla="*/ 463851 h 2041903"/>
              <a:gd name="connsiteX55" fmla="*/ 5638093 w 10020924"/>
              <a:gd name="connsiteY55" fmla="*/ 463851 h 2041903"/>
              <a:gd name="connsiteX56" fmla="*/ 5638093 w 10020924"/>
              <a:gd name="connsiteY56" fmla="*/ 686668 h 2041903"/>
              <a:gd name="connsiteX57" fmla="*/ 5298318 w 10020924"/>
              <a:gd name="connsiteY57" fmla="*/ 686668 h 2041903"/>
              <a:gd name="connsiteX58" fmla="*/ 5298318 w 10020924"/>
              <a:gd name="connsiteY58" fmla="*/ 1522955 h 2041903"/>
              <a:gd name="connsiteX59" fmla="*/ 5057626 w 10020924"/>
              <a:gd name="connsiteY59" fmla="*/ 1522955 h 2041903"/>
              <a:gd name="connsiteX60" fmla="*/ 5057626 w 10020924"/>
              <a:gd name="connsiteY60" fmla="*/ 686668 h 2041903"/>
              <a:gd name="connsiteX61" fmla="*/ 4717895 w 10020924"/>
              <a:gd name="connsiteY61" fmla="*/ 686668 h 2041903"/>
              <a:gd name="connsiteX62" fmla="*/ 3721291 w 10020924"/>
              <a:gd name="connsiteY62" fmla="*/ 463851 h 2041903"/>
              <a:gd name="connsiteX63" fmla="*/ 4641430 w 10020924"/>
              <a:gd name="connsiteY63" fmla="*/ 463851 h 2041903"/>
              <a:gd name="connsiteX64" fmla="*/ 4641430 w 10020924"/>
              <a:gd name="connsiteY64" fmla="*/ 686668 h 2041903"/>
              <a:gd name="connsiteX65" fmla="*/ 4301654 w 10020924"/>
              <a:gd name="connsiteY65" fmla="*/ 686668 h 2041903"/>
              <a:gd name="connsiteX66" fmla="*/ 4301654 w 10020924"/>
              <a:gd name="connsiteY66" fmla="*/ 1522955 h 2041903"/>
              <a:gd name="connsiteX67" fmla="*/ 4061067 w 10020924"/>
              <a:gd name="connsiteY67" fmla="*/ 1522955 h 2041903"/>
              <a:gd name="connsiteX68" fmla="*/ 4061067 w 10020924"/>
              <a:gd name="connsiteY68" fmla="*/ 686668 h 2041903"/>
              <a:gd name="connsiteX69" fmla="*/ 3721291 w 10020924"/>
              <a:gd name="connsiteY69" fmla="*/ 686668 h 2041903"/>
              <a:gd name="connsiteX70" fmla="*/ 2809822 w 10020924"/>
              <a:gd name="connsiteY70" fmla="*/ 452019 h 2041903"/>
              <a:gd name="connsiteX71" fmla="*/ 3016077 w 10020924"/>
              <a:gd name="connsiteY71" fmla="*/ 572753 h 2041903"/>
              <a:gd name="connsiteX72" fmla="*/ 3381948 w 10020924"/>
              <a:gd name="connsiteY72" fmla="*/ 1270566 h 2041903"/>
              <a:gd name="connsiteX73" fmla="*/ 3400240 w 10020924"/>
              <a:gd name="connsiteY73" fmla="*/ 1281756 h 2041903"/>
              <a:gd name="connsiteX74" fmla="*/ 3406134 w 10020924"/>
              <a:gd name="connsiteY74" fmla="*/ 1255736 h 2041903"/>
              <a:gd name="connsiteX75" fmla="*/ 3402657 w 10020924"/>
              <a:gd name="connsiteY75" fmla="*/ 1123946 h 2041903"/>
              <a:gd name="connsiteX76" fmla="*/ 3402657 w 10020924"/>
              <a:gd name="connsiteY76" fmla="*/ 463522 h 2041903"/>
              <a:gd name="connsiteX77" fmla="*/ 3639813 w 10020924"/>
              <a:gd name="connsiteY77" fmla="*/ 463522 h 2041903"/>
              <a:gd name="connsiteX78" fmla="*/ 3639813 w 10020924"/>
              <a:gd name="connsiteY78" fmla="*/ 1255333 h 2041903"/>
              <a:gd name="connsiteX79" fmla="*/ 3425426 w 10020924"/>
              <a:gd name="connsiteY79" fmla="*/ 1534727 h 2041903"/>
              <a:gd name="connsiteX80" fmla="*/ 3219125 w 10020924"/>
              <a:gd name="connsiteY80" fmla="*/ 1413949 h 2041903"/>
              <a:gd name="connsiteX81" fmla="*/ 2853165 w 10020924"/>
              <a:gd name="connsiteY81" fmla="*/ 716135 h 2041903"/>
              <a:gd name="connsiteX82" fmla="*/ 2834887 w 10020924"/>
              <a:gd name="connsiteY82" fmla="*/ 704930 h 2041903"/>
              <a:gd name="connsiteX83" fmla="*/ 2829009 w 10020924"/>
              <a:gd name="connsiteY83" fmla="*/ 730980 h 2041903"/>
              <a:gd name="connsiteX84" fmla="*/ 2832590 w 10020924"/>
              <a:gd name="connsiteY84" fmla="*/ 862725 h 2041903"/>
              <a:gd name="connsiteX85" fmla="*/ 2832590 w 10020924"/>
              <a:gd name="connsiteY85" fmla="*/ 1523194 h 2041903"/>
              <a:gd name="connsiteX86" fmla="*/ 2595360 w 10020924"/>
              <a:gd name="connsiteY86" fmla="*/ 1523194 h 2041903"/>
              <a:gd name="connsiteX87" fmla="*/ 2595360 w 10020924"/>
              <a:gd name="connsiteY87" fmla="*/ 731368 h 2041903"/>
              <a:gd name="connsiteX88" fmla="*/ 2809822 w 10020924"/>
              <a:gd name="connsiteY88" fmla="*/ 452019 h 2041903"/>
              <a:gd name="connsiteX89" fmla="*/ 1079247 w 10020924"/>
              <a:gd name="connsiteY89" fmla="*/ 330967 h 2041903"/>
              <a:gd name="connsiteX90" fmla="*/ 952084 w 10020924"/>
              <a:gd name="connsiteY90" fmla="*/ 465588 h 2041903"/>
              <a:gd name="connsiteX91" fmla="*/ 887125 w 10020924"/>
              <a:gd name="connsiteY91" fmla="*/ 684091 h 2041903"/>
              <a:gd name="connsiteX92" fmla="*/ 940315 w 10020924"/>
              <a:gd name="connsiteY92" fmla="*/ 833769 h 2041903"/>
              <a:gd name="connsiteX93" fmla="*/ 1079206 w 10020924"/>
              <a:gd name="connsiteY93" fmla="*/ 894946 h 2041903"/>
              <a:gd name="connsiteX94" fmla="*/ 1218097 w 10020924"/>
              <a:gd name="connsiteY94" fmla="*/ 833769 h 2041903"/>
              <a:gd name="connsiteX95" fmla="*/ 1271286 w 10020924"/>
              <a:gd name="connsiteY95" fmla="*/ 684091 h 2041903"/>
              <a:gd name="connsiteX96" fmla="*/ 1206328 w 10020924"/>
              <a:gd name="connsiteY96" fmla="*/ 465588 h 2041903"/>
              <a:gd name="connsiteX97" fmla="*/ 1079247 w 10020924"/>
              <a:gd name="connsiteY97" fmla="*/ 330967 h 2041903"/>
              <a:gd name="connsiteX98" fmla="*/ 805966 w 10020924"/>
              <a:gd name="connsiteY98" fmla="*/ 263259 h 2041903"/>
              <a:gd name="connsiteX99" fmla="*/ 446364 w 10020924"/>
              <a:gd name="connsiteY99" fmla="*/ 449558 h 2041903"/>
              <a:gd name="connsiteX100" fmla="*/ 316290 w 10020924"/>
              <a:gd name="connsiteY100" fmla="*/ 671430 h 2041903"/>
              <a:gd name="connsiteX101" fmla="*/ 265280 w 10020924"/>
              <a:gd name="connsiteY101" fmla="*/ 958605 h 2041903"/>
              <a:gd name="connsiteX102" fmla="*/ 329833 w 10020924"/>
              <a:gd name="connsiteY102" fmla="*/ 1280240 h 2041903"/>
              <a:gd name="connsiteX103" fmla="*/ 505249 w 10020924"/>
              <a:gd name="connsiteY103" fmla="*/ 1539802 h 2041903"/>
              <a:gd name="connsiteX104" fmla="*/ 764163 w 10020924"/>
              <a:gd name="connsiteY104" fmla="*/ 1713204 h 2041903"/>
              <a:gd name="connsiteX105" fmla="*/ 1079208 w 10020924"/>
              <a:gd name="connsiteY105" fmla="*/ 1776358 h 2041903"/>
              <a:gd name="connsiteX106" fmla="*/ 1394254 w 10020924"/>
              <a:gd name="connsiteY106" fmla="*/ 1713204 h 2041903"/>
              <a:gd name="connsiteX107" fmla="*/ 1653167 w 10020924"/>
              <a:gd name="connsiteY107" fmla="*/ 1539802 h 2041903"/>
              <a:gd name="connsiteX108" fmla="*/ 1828584 w 10020924"/>
              <a:gd name="connsiteY108" fmla="*/ 1280240 h 2041903"/>
              <a:gd name="connsiteX109" fmla="*/ 1893137 w 10020924"/>
              <a:gd name="connsiteY109" fmla="*/ 958605 h 2041903"/>
              <a:gd name="connsiteX110" fmla="*/ 1843297 w 10020924"/>
              <a:gd name="connsiteY110" fmla="*/ 674433 h 2041903"/>
              <a:gd name="connsiteX111" fmla="*/ 1715171 w 10020924"/>
              <a:gd name="connsiteY111" fmla="*/ 452650 h 2041903"/>
              <a:gd name="connsiteX112" fmla="*/ 1352451 w 10020924"/>
              <a:gd name="connsiteY112" fmla="*/ 263259 h 2041903"/>
              <a:gd name="connsiteX113" fmla="*/ 1489332 w 10020924"/>
              <a:gd name="connsiteY113" fmla="*/ 469668 h 2041903"/>
              <a:gd name="connsiteX114" fmla="*/ 1533501 w 10020924"/>
              <a:gd name="connsiteY114" fmla="*/ 697463 h 2041903"/>
              <a:gd name="connsiteX115" fmla="*/ 1395669 w 10020924"/>
              <a:gd name="connsiteY115" fmla="*/ 1031243 h 2041903"/>
              <a:gd name="connsiteX116" fmla="*/ 1079208 w 10020924"/>
              <a:gd name="connsiteY116" fmla="*/ 1160853 h 2041903"/>
              <a:gd name="connsiteX117" fmla="*/ 762748 w 10020924"/>
              <a:gd name="connsiteY117" fmla="*/ 1031243 h 2041903"/>
              <a:gd name="connsiteX118" fmla="*/ 624916 w 10020924"/>
              <a:gd name="connsiteY118" fmla="*/ 697463 h 2041903"/>
              <a:gd name="connsiteX119" fmla="*/ 673201 w 10020924"/>
              <a:gd name="connsiteY119" fmla="*/ 463015 h 2041903"/>
              <a:gd name="connsiteX120" fmla="*/ 805966 w 10020924"/>
              <a:gd name="connsiteY120" fmla="*/ 263259 h 2041903"/>
              <a:gd name="connsiteX121" fmla="*/ 817834 w 10020924"/>
              <a:gd name="connsiteY121" fmla="*/ 0 h 2041903"/>
              <a:gd name="connsiteX122" fmla="*/ 963091 w 10020924"/>
              <a:gd name="connsiteY122" fmla="*/ 14770 h 2041903"/>
              <a:gd name="connsiteX123" fmla="*/ 1079167 w 10020924"/>
              <a:gd name="connsiteY123" fmla="*/ 48893 h 2041903"/>
              <a:gd name="connsiteX124" fmla="*/ 1194646 w 10020924"/>
              <a:gd name="connsiteY124" fmla="*/ 14436 h 2041903"/>
              <a:gd name="connsiteX125" fmla="*/ 1340583 w 10020924"/>
              <a:gd name="connsiteY125" fmla="*/ 0 h 2041903"/>
              <a:gd name="connsiteX126" fmla="*/ 1649693 w 10020924"/>
              <a:gd name="connsiteY126" fmla="*/ 72213 h 2041903"/>
              <a:gd name="connsiteX127" fmla="*/ 1910677 w 10020924"/>
              <a:gd name="connsiteY127" fmla="*/ 272891 h 2041903"/>
              <a:gd name="connsiteX128" fmla="*/ 2091072 w 10020924"/>
              <a:gd name="connsiteY128" fmla="*/ 578096 h 2041903"/>
              <a:gd name="connsiteX129" fmla="*/ 2158417 w 10020924"/>
              <a:gd name="connsiteY129" fmla="*/ 963886 h 2041903"/>
              <a:gd name="connsiteX130" fmla="*/ 2071704 w 10020924"/>
              <a:gd name="connsiteY130" fmla="*/ 1388805 h 2041903"/>
              <a:gd name="connsiteX131" fmla="*/ 1837251 w 10020924"/>
              <a:gd name="connsiteY131" fmla="*/ 1730875 h 2041903"/>
              <a:gd name="connsiteX132" fmla="*/ 1493585 w 10020924"/>
              <a:gd name="connsiteY132" fmla="*/ 1958956 h 2041903"/>
              <a:gd name="connsiteX133" fmla="*/ 1079208 w 10020924"/>
              <a:gd name="connsiteY133" fmla="*/ 2041903 h 2041903"/>
              <a:gd name="connsiteX134" fmla="*/ 664832 w 10020924"/>
              <a:gd name="connsiteY134" fmla="*/ 1958956 h 2041903"/>
              <a:gd name="connsiteX135" fmla="*/ 321166 w 10020924"/>
              <a:gd name="connsiteY135" fmla="*/ 1730875 h 2041903"/>
              <a:gd name="connsiteX136" fmla="*/ 86713 w 10020924"/>
              <a:gd name="connsiteY136" fmla="*/ 1388805 h 2041903"/>
              <a:gd name="connsiteX137" fmla="*/ 0 w 10020924"/>
              <a:gd name="connsiteY137" fmla="*/ 963886 h 2041903"/>
              <a:gd name="connsiteX138" fmla="*/ 67345 w 10020924"/>
              <a:gd name="connsiteY138" fmla="*/ 578096 h 2041903"/>
              <a:gd name="connsiteX139" fmla="*/ 247740 w 10020924"/>
              <a:gd name="connsiteY139" fmla="*/ 272891 h 2041903"/>
              <a:gd name="connsiteX140" fmla="*/ 508723 w 10020924"/>
              <a:gd name="connsiteY140" fmla="*/ 72213 h 2041903"/>
              <a:gd name="connsiteX141" fmla="*/ 817834 w 10020924"/>
              <a:gd name="connsiteY141" fmla="*/ 0 h 20419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10020924" h="2041903">
                <a:moveTo>
                  <a:pt x="9329240" y="1080290"/>
                </a:moveTo>
                <a:cubicBezTo>
                  <a:pt x="9292358" y="1080290"/>
                  <a:pt x="9251983" y="1096116"/>
                  <a:pt x="9251983" y="1187029"/>
                </a:cubicBezTo>
                <a:cubicBezTo>
                  <a:pt x="9251983" y="1277880"/>
                  <a:pt x="9292801" y="1296468"/>
                  <a:pt x="9329240" y="1296468"/>
                </a:cubicBezTo>
                <a:lnTo>
                  <a:pt x="9782722" y="1296468"/>
                </a:lnTo>
                <a:lnTo>
                  <a:pt x="9782722" y="1080290"/>
                </a:lnTo>
                <a:close/>
                <a:moveTo>
                  <a:pt x="7331825" y="1080290"/>
                </a:moveTo>
                <a:cubicBezTo>
                  <a:pt x="7294927" y="1080290"/>
                  <a:pt x="7254583" y="1096116"/>
                  <a:pt x="7254583" y="1187029"/>
                </a:cubicBezTo>
                <a:cubicBezTo>
                  <a:pt x="7254583" y="1277880"/>
                  <a:pt x="7295379" y="1296468"/>
                  <a:pt x="7331825" y="1296468"/>
                </a:cubicBezTo>
                <a:lnTo>
                  <a:pt x="7785307" y="1296468"/>
                </a:lnTo>
                <a:lnTo>
                  <a:pt x="7785307" y="1080290"/>
                </a:lnTo>
                <a:close/>
                <a:moveTo>
                  <a:pt x="6171264" y="689323"/>
                </a:moveTo>
                <a:lnTo>
                  <a:pt x="6171264" y="1297318"/>
                </a:lnTo>
                <a:lnTo>
                  <a:pt x="6558679" y="1297318"/>
                </a:lnTo>
                <a:cubicBezTo>
                  <a:pt x="6645146" y="1297318"/>
                  <a:pt x="6679368" y="1257837"/>
                  <a:pt x="6679368" y="1156413"/>
                </a:cubicBezTo>
                <a:lnTo>
                  <a:pt x="6679368" y="830244"/>
                </a:lnTo>
                <a:cubicBezTo>
                  <a:pt x="6679368" y="728827"/>
                  <a:pt x="6645146" y="689323"/>
                  <a:pt x="6558679" y="689323"/>
                </a:cubicBezTo>
                <a:close/>
                <a:moveTo>
                  <a:pt x="9072763" y="463851"/>
                </a:moveTo>
                <a:lnTo>
                  <a:pt x="9678449" y="463851"/>
                </a:lnTo>
                <a:cubicBezTo>
                  <a:pt x="9932730" y="463851"/>
                  <a:pt x="10020924" y="559816"/>
                  <a:pt x="10020924" y="826574"/>
                </a:cubicBezTo>
                <a:lnTo>
                  <a:pt x="10020924" y="1522671"/>
                </a:lnTo>
                <a:lnTo>
                  <a:pt x="9304207" y="1522671"/>
                </a:lnTo>
                <a:cubicBezTo>
                  <a:pt x="9111641" y="1522671"/>
                  <a:pt x="9015771" y="1435849"/>
                  <a:pt x="9015771" y="1219793"/>
                </a:cubicBezTo>
                <a:lnTo>
                  <a:pt x="9015771" y="1169781"/>
                </a:lnTo>
                <a:cubicBezTo>
                  <a:pt x="9015771" y="959714"/>
                  <a:pt x="9108248" y="866738"/>
                  <a:pt x="9294061" y="866738"/>
                </a:cubicBezTo>
                <a:lnTo>
                  <a:pt x="9782829" y="866738"/>
                </a:lnTo>
                <a:cubicBezTo>
                  <a:pt x="9782829" y="858122"/>
                  <a:pt x="9782707" y="829861"/>
                  <a:pt x="9782707" y="829349"/>
                </a:cubicBezTo>
                <a:cubicBezTo>
                  <a:pt x="9782707" y="727955"/>
                  <a:pt x="9749047" y="688428"/>
                  <a:pt x="9662481" y="688428"/>
                </a:cubicBezTo>
                <a:lnTo>
                  <a:pt x="9072763" y="688428"/>
                </a:lnTo>
                <a:close/>
                <a:moveTo>
                  <a:pt x="8071817" y="463851"/>
                </a:moveTo>
                <a:lnTo>
                  <a:pt x="8991911" y="463851"/>
                </a:lnTo>
                <a:lnTo>
                  <a:pt x="8991911" y="686668"/>
                </a:lnTo>
                <a:lnTo>
                  <a:pt x="8652240" y="686668"/>
                </a:lnTo>
                <a:lnTo>
                  <a:pt x="8652240" y="1522955"/>
                </a:lnTo>
                <a:lnTo>
                  <a:pt x="8411534" y="1522955"/>
                </a:lnTo>
                <a:lnTo>
                  <a:pt x="8411534" y="686668"/>
                </a:lnTo>
                <a:lnTo>
                  <a:pt x="8071817" y="686668"/>
                </a:lnTo>
                <a:close/>
                <a:moveTo>
                  <a:pt x="7075333" y="463851"/>
                </a:moveTo>
                <a:lnTo>
                  <a:pt x="7681075" y="463851"/>
                </a:lnTo>
                <a:cubicBezTo>
                  <a:pt x="7935303" y="463851"/>
                  <a:pt x="8023424" y="559816"/>
                  <a:pt x="8023417" y="826574"/>
                </a:cubicBezTo>
                <a:lnTo>
                  <a:pt x="8023417" y="1522671"/>
                </a:lnTo>
                <a:lnTo>
                  <a:pt x="7306759" y="1522671"/>
                </a:lnTo>
                <a:cubicBezTo>
                  <a:pt x="7114170" y="1522671"/>
                  <a:pt x="7018293" y="1435849"/>
                  <a:pt x="7018293" y="1219793"/>
                </a:cubicBezTo>
                <a:lnTo>
                  <a:pt x="7018293" y="1169781"/>
                </a:lnTo>
                <a:cubicBezTo>
                  <a:pt x="7018293" y="959714"/>
                  <a:pt x="7110792" y="866738"/>
                  <a:pt x="7296628" y="866738"/>
                </a:cubicBezTo>
                <a:lnTo>
                  <a:pt x="7785307" y="866738"/>
                </a:lnTo>
                <a:lnTo>
                  <a:pt x="7785307" y="829349"/>
                </a:lnTo>
                <a:cubicBezTo>
                  <a:pt x="7785307" y="727955"/>
                  <a:pt x="7751547" y="688428"/>
                  <a:pt x="7665080" y="688428"/>
                </a:cubicBezTo>
                <a:lnTo>
                  <a:pt x="7075333" y="688428"/>
                </a:lnTo>
                <a:close/>
                <a:moveTo>
                  <a:pt x="5930572" y="463851"/>
                </a:moveTo>
                <a:lnTo>
                  <a:pt x="6574718" y="463851"/>
                </a:lnTo>
                <a:cubicBezTo>
                  <a:pt x="6817412" y="463851"/>
                  <a:pt x="6925013" y="557409"/>
                  <a:pt x="6925013" y="834884"/>
                </a:cubicBezTo>
                <a:lnTo>
                  <a:pt x="6925013" y="1151743"/>
                </a:lnTo>
                <a:cubicBezTo>
                  <a:pt x="6925013" y="1394650"/>
                  <a:pt x="6843589" y="1522671"/>
                  <a:pt x="6585968" y="1522671"/>
                </a:cubicBezTo>
                <a:lnTo>
                  <a:pt x="5930572" y="1522671"/>
                </a:lnTo>
                <a:close/>
                <a:moveTo>
                  <a:pt x="4717895" y="463851"/>
                </a:moveTo>
                <a:lnTo>
                  <a:pt x="5638093" y="463851"/>
                </a:lnTo>
                <a:lnTo>
                  <a:pt x="5638093" y="686668"/>
                </a:lnTo>
                <a:lnTo>
                  <a:pt x="5298318" y="686668"/>
                </a:lnTo>
                <a:lnTo>
                  <a:pt x="5298318" y="1522955"/>
                </a:lnTo>
                <a:lnTo>
                  <a:pt x="5057626" y="1522955"/>
                </a:lnTo>
                <a:lnTo>
                  <a:pt x="5057626" y="686668"/>
                </a:lnTo>
                <a:lnTo>
                  <a:pt x="4717895" y="686668"/>
                </a:lnTo>
                <a:close/>
                <a:moveTo>
                  <a:pt x="3721291" y="463851"/>
                </a:moveTo>
                <a:lnTo>
                  <a:pt x="4641430" y="463851"/>
                </a:lnTo>
                <a:lnTo>
                  <a:pt x="4641430" y="686668"/>
                </a:lnTo>
                <a:lnTo>
                  <a:pt x="4301654" y="686668"/>
                </a:lnTo>
                <a:lnTo>
                  <a:pt x="4301654" y="1522955"/>
                </a:lnTo>
                <a:lnTo>
                  <a:pt x="4061067" y="1522955"/>
                </a:lnTo>
                <a:lnTo>
                  <a:pt x="4061067" y="686668"/>
                </a:lnTo>
                <a:lnTo>
                  <a:pt x="3721291" y="686668"/>
                </a:lnTo>
                <a:close/>
                <a:moveTo>
                  <a:pt x="2809822" y="452019"/>
                </a:moveTo>
                <a:cubicBezTo>
                  <a:pt x="2915562" y="452019"/>
                  <a:pt x="2970732" y="501487"/>
                  <a:pt x="3016077" y="572753"/>
                </a:cubicBezTo>
                <a:cubicBezTo>
                  <a:pt x="3055320" y="634446"/>
                  <a:pt x="3376830" y="1260842"/>
                  <a:pt x="3381948" y="1270566"/>
                </a:cubicBezTo>
                <a:cubicBezTo>
                  <a:pt x="3386677" y="1279328"/>
                  <a:pt x="3393442" y="1285729"/>
                  <a:pt x="3400240" y="1281756"/>
                </a:cubicBezTo>
                <a:cubicBezTo>
                  <a:pt x="3406237" y="1278349"/>
                  <a:pt x="3406646" y="1267378"/>
                  <a:pt x="3406134" y="1255736"/>
                </a:cubicBezTo>
                <a:cubicBezTo>
                  <a:pt x="3405492" y="1241619"/>
                  <a:pt x="3402657" y="1171378"/>
                  <a:pt x="3402657" y="1123946"/>
                </a:cubicBezTo>
                <a:lnTo>
                  <a:pt x="3402657" y="463522"/>
                </a:lnTo>
                <a:lnTo>
                  <a:pt x="3639813" y="463522"/>
                </a:lnTo>
                <a:lnTo>
                  <a:pt x="3639813" y="1255333"/>
                </a:lnTo>
                <a:cubicBezTo>
                  <a:pt x="3639813" y="1491113"/>
                  <a:pt x="3523557" y="1534727"/>
                  <a:pt x="3425426" y="1534727"/>
                </a:cubicBezTo>
                <a:cubicBezTo>
                  <a:pt x="3319670" y="1534727"/>
                  <a:pt x="3264509" y="1485221"/>
                  <a:pt x="3219125" y="1413949"/>
                </a:cubicBezTo>
                <a:cubicBezTo>
                  <a:pt x="3155813" y="1314503"/>
                  <a:pt x="2857763" y="724966"/>
                  <a:pt x="2853165" y="716135"/>
                </a:cubicBezTo>
                <a:cubicBezTo>
                  <a:pt x="2848558" y="707335"/>
                  <a:pt x="2841793" y="701034"/>
                  <a:pt x="2834887" y="704930"/>
                </a:cubicBezTo>
                <a:cubicBezTo>
                  <a:pt x="2829005" y="708344"/>
                  <a:pt x="2828497" y="719338"/>
                  <a:pt x="2829009" y="730980"/>
                </a:cubicBezTo>
                <a:cubicBezTo>
                  <a:pt x="2829628" y="745090"/>
                  <a:pt x="2832590" y="815378"/>
                  <a:pt x="2832590" y="862725"/>
                </a:cubicBezTo>
                <a:lnTo>
                  <a:pt x="2832590" y="1523194"/>
                </a:lnTo>
                <a:lnTo>
                  <a:pt x="2595360" y="1523194"/>
                </a:lnTo>
                <a:lnTo>
                  <a:pt x="2595360" y="731368"/>
                </a:lnTo>
                <a:cubicBezTo>
                  <a:pt x="2595360" y="495611"/>
                  <a:pt x="2711606" y="452019"/>
                  <a:pt x="2809822" y="452019"/>
                </a:cubicBezTo>
                <a:close/>
                <a:moveTo>
                  <a:pt x="1079247" y="330967"/>
                </a:moveTo>
                <a:cubicBezTo>
                  <a:pt x="1039101" y="354484"/>
                  <a:pt x="989740" y="403598"/>
                  <a:pt x="952084" y="465588"/>
                </a:cubicBezTo>
                <a:cubicBezTo>
                  <a:pt x="914427" y="527577"/>
                  <a:pt x="887125" y="603548"/>
                  <a:pt x="887125" y="684091"/>
                </a:cubicBezTo>
                <a:cubicBezTo>
                  <a:pt x="887125" y="743091"/>
                  <a:pt x="906578" y="795805"/>
                  <a:pt x="940315" y="833769"/>
                </a:cubicBezTo>
                <a:cubicBezTo>
                  <a:pt x="974052" y="871732"/>
                  <a:pt x="1022072" y="894946"/>
                  <a:pt x="1079206" y="894946"/>
                </a:cubicBezTo>
                <a:cubicBezTo>
                  <a:pt x="1136340" y="894946"/>
                  <a:pt x="1184360" y="871732"/>
                  <a:pt x="1218097" y="833769"/>
                </a:cubicBezTo>
                <a:cubicBezTo>
                  <a:pt x="1251833" y="795805"/>
                  <a:pt x="1271286" y="743091"/>
                  <a:pt x="1271286" y="684091"/>
                </a:cubicBezTo>
                <a:cubicBezTo>
                  <a:pt x="1271286" y="603548"/>
                  <a:pt x="1243984" y="527577"/>
                  <a:pt x="1206328" y="465588"/>
                </a:cubicBezTo>
                <a:cubicBezTo>
                  <a:pt x="1168672" y="403598"/>
                  <a:pt x="1110735" y="347874"/>
                  <a:pt x="1079247" y="330967"/>
                </a:cubicBezTo>
                <a:close/>
                <a:moveTo>
                  <a:pt x="805966" y="263259"/>
                </a:moveTo>
                <a:cubicBezTo>
                  <a:pt x="686954" y="257894"/>
                  <a:pt x="551782" y="326830"/>
                  <a:pt x="446364" y="449558"/>
                </a:cubicBezTo>
                <a:cubicBezTo>
                  <a:pt x="393654" y="510922"/>
                  <a:pt x="348383" y="585734"/>
                  <a:pt x="316290" y="671430"/>
                </a:cubicBezTo>
                <a:cubicBezTo>
                  <a:pt x="284196" y="757125"/>
                  <a:pt x="265280" y="853705"/>
                  <a:pt x="265280" y="958605"/>
                </a:cubicBezTo>
                <a:cubicBezTo>
                  <a:pt x="265280" y="1073486"/>
                  <a:pt x="288318" y="1182036"/>
                  <a:pt x="329833" y="1280240"/>
                </a:cubicBezTo>
                <a:cubicBezTo>
                  <a:pt x="371348" y="1378444"/>
                  <a:pt x="431341" y="1466303"/>
                  <a:pt x="505249" y="1539802"/>
                </a:cubicBezTo>
                <a:cubicBezTo>
                  <a:pt x="579158" y="1613301"/>
                  <a:pt x="666983" y="1672440"/>
                  <a:pt x="764163" y="1713204"/>
                </a:cubicBezTo>
                <a:cubicBezTo>
                  <a:pt x="861343" y="1753969"/>
                  <a:pt x="967878" y="1776358"/>
                  <a:pt x="1079208" y="1776358"/>
                </a:cubicBezTo>
                <a:cubicBezTo>
                  <a:pt x="1190538" y="1776358"/>
                  <a:pt x="1297074" y="1753969"/>
                  <a:pt x="1394254" y="1713204"/>
                </a:cubicBezTo>
                <a:cubicBezTo>
                  <a:pt x="1491434" y="1672440"/>
                  <a:pt x="1579259" y="1613301"/>
                  <a:pt x="1653167" y="1539802"/>
                </a:cubicBezTo>
                <a:cubicBezTo>
                  <a:pt x="1727076" y="1466303"/>
                  <a:pt x="1787068" y="1378444"/>
                  <a:pt x="1828584" y="1280240"/>
                </a:cubicBezTo>
                <a:cubicBezTo>
                  <a:pt x="1870099" y="1182036"/>
                  <a:pt x="1893137" y="1073486"/>
                  <a:pt x="1893137" y="958605"/>
                </a:cubicBezTo>
                <a:cubicBezTo>
                  <a:pt x="1893137" y="855344"/>
                  <a:pt x="1874740" y="759689"/>
                  <a:pt x="1843297" y="674433"/>
                </a:cubicBezTo>
                <a:cubicBezTo>
                  <a:pt x="1811852" y="589176"/>
                  <a:pt x="1767361" y="514318"/>
                  <a:pt x="1715171" y="452650"/>
                </a:cubicBezTo>
                <a:cubicBezTo>
                  <a:pt x="1610792" y="329313"/>
                  <a:pt x="1475621" y="258738"/>
                  <a:pt x="1352451" y="263259"/>
                </a:cubicBezTo>
                <a:cubicBezTo>
                  <a:pt x="1412945" y="322179"/>
                  <a:pt x="1458865" y="394141"/>
                  <a:pt x="1489332" y="469668"/>
                </a:cubicBezTo>
                <a:cubicBezTo>
                  <a:pt x="1519800" y="545194"/>
                  <a:pt x="1534815" y="624285"/>
                  <a:pt x="1533501" y="697463"/>
                </a:cubicBezTo>
                <a:cubicBezTo>
                  <a:pt x="1533501" y="833577"/>
                  <a:pt x="1479467" y="949424"/>
                  <a:pt x="1395669" y="1031243"/>
                </a:cubicBezTo>
                <a:cubicBezTo>
                  <a:pt x="1311871" y="1113062"/>
                  <a:pt x="1198308" y="1160853"/>
                  <a:pt x="1079208" y="1160853"/>
                </a:cubicBezTo>
                <a:cubicBezTo>
                  <a:pt x="960109" y="1160853"/>
                  <a:pt x="846546" y="1113062"/>
                  <a:pt x="762748" y="1031243"/>
                </a:cubicBezTo>
                <a:cubicBezTo>
                  <a:pt x="678950" y="949424"/>
                  <a:pt x="624916" y="833577"/>
                  <a:pt x="624916" y="697463"/>
                </a:cubicBezTo>
                <a:cubicBezTo>
                  <a:pt x="624916" y="618236"/>
                  <a:pt x="642018" y="537734"/>
                  <a:pt x="673201" y="463015"/>
                </a:cubicBezTo>
                <a:cubicBezTo>
                  <a:pt x="704383" y="388296"/>
                  <a:pt x="749646" y="319359"/>
                  <a:pt x="805966" y="263259"/>
                </a:cubicBezTo>
                <a:close/>
                <a:moveTo>
                  <a:pt x="817834" y="0"/>
                </a:moveTo>
                <a:cubicBezTo>
                  <a:pt x="866589" y="0"/>
                  <a:pt x="917272" y="5772"/>
                  <a:pt x="963091" y="14770"/>
                </a:cubicBezTo>
                <a:cubicBezTo>
                  <a:pt x="1008909" y="23768"/>
                  <a:pt x="1049865" y="35991"/>
                  <a:pt x="1079167" y="48893"/>
                </a:cubicBezTo>
                <a:cubicBezTo>
                  <a:pt x="1107617" y="35545"/>
                  <a:pt x="1148593" y="23322"/>
                  <a:pt x="1194646" y="14436"/>
                </a:cubicBezTo>
                <a:cubicBezTo>
                  <a:pt x="1240699" y="5549"/>
                  <a:pt x="1291827" y="0"/>
                  <a:pt x="1340583" y="0"/>
                </a:cubicBezTo>
                <a:cubicBezTo>
                  <a:pt x="1448034" y="0"/>
                  <a:pt x="1552874" y="25401"/>
                  <a:pt x="1649693" y="72213"/>
                </a:cubicBezTo>
                <a:cubicBezTo>
                  <a:pt x="1746513" y="119025"/>
                  <a:pt x="1835310" y="187248"/>
                  <a:pt x="1910677" y="272891"/>
                </a:cubicBezTo>
                <a:cubicBezTo>
                  <a:pt x="1986043" y="358535"/>
                  <a:pt x="2047978" y="461600"/>
                  <a:pt x="2091072" y="578096"/>
                </a:cubicBezTo>
                <a:cubicBezTo>
                  <a:pt x="2134165" y="694592"/>
                  <a:pt x="2158417" y="824518"/>
                  <a:pt x="2158417" y="963886"/>
                </a:cubicBezTo>
                <a:cubicBezTo>
                  <a:pt x="2158417" y="1115873"/>
                  <a:pt x="2127372" y="1259243"/>
                  <a:pt x="2071704" y="1388805"/>
                </a:cubicBezTo>
                <a:cubicBezTo>
                  <a:pt x="2016036" y="1518366"/>
                  <a:pt x="1935744" y="1634120"/>
                  <a:pt x="1837251" y="1730875"/>
                </a:cubicBezTo>
                <a:cubicBezTo>
                  <a:pt x="1738759" y="1827631"/>
                  <a:pt x="1622064" y="1905388"/>
                  <a:pt x="1493585" y="1958956"/>
                </a:cubicBezTo>
                <a:cubicBezTo>
                  <a:pt x="1365105" y="2012524"/>
                  <a:pt x="1224841" y="2041903"/>
                  <a:pt x="1079208" y="2041903"/>
                </a:cubicBezTo>
                <a:cubicBezTo>
                  <a:pt x="933576" y="2041903"/>
                  <a:pt x="793312" y="2012524"/>
                  <a:pt x="664832" y="1958956"/>
                </a:cubicBezTo>
                <a:cubicBezTo>
                  <a:pt x="536353" y="1905388"/>
                  <a:pt x="419658" y="1827631"/>
                  <a:pt x="321166" y="1730875"/>
                </a:cubicBezTo>
                <a:cubicBezTo>
                  <a:pt x="222673" y="1634120"/>
                  <a:pt x="142381" y="1518366"/>
                  <a:pt x="86713" y="1388805"/>
                </a:cubicBezTo>
                <a:cubicBezTo>
                  <a:pt x="31045" y="1259243"/>
                  <a:pt x="0" y="1115873"/>
                  <a:pt x="0" y="963886"/>
                </a:cubicBezTo>
                <a:cubicBezTo>
                  <a:pt x="0" y="824518"/>
                  <a:pt x="24252" y="694592"/>
                  <a:pt x="67345" y="578096"/>
                </a:cubicBezTo>
                <a:cubicBezTo>
                  <a:pt x="110439" y="461600"/>
                  <a:pt x="172374" y="358535"/>
                  <a:pt x="247740" y="272891"/>
                </a:cubicBezTo>
                <a:cubicBezTo>
                  <a:pt x="323106" y="187248"/>
                  <a:pt x="411904" y="119025"/>
                  <a:pt x="508723" y="72213"/>
                </a:cubicBezTo>
                <a:cubicBezTo>
                  <a:pt x="605542" y="25401"/>
                  <a:pt x="710382" y="0"/>
                  <a:pt x="817834" y="0"/>
                </a:cubicBezTo>
                <a:close/>
              </a:path>
            </a:pathLst>
          </a:custGeom>
          <a:solidFill>
            <a:schemeClr val="tx1"/>
          </a:solidFill>
          <a:ln w="7639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626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6" r:id="rId1"/>
    <p:sldLayoutId id="2147484177" r:id="rId2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bg1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rgbClr val="2E404D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4503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5" r:id="rId1"/>
    <p:sldLayoutId id="2147484236" r:id="rId2"/>
    <p:sldLayoutId id="2147484237" r:id="rId3"/>
    <p:sldLayoutId id="2147484238" r:id="rId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notesSlide" Target="../notesSlides/notesSlide23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que esta conversa é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87452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NÃO 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Treinamento de ferramenta.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Lista de prompts mágicos.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Alguém dizendo que vocês estão fazendo errado.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691640"/>
            <a:ext cx="5303520" cy="18288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87452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87452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88366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O que 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1" y="2295144"/>
            <a:ext cx="4828031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Práticas que funcionam, com exemplo real.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caminho até elas — que no meu caso foi caro.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070F26"/>
                </a:solidFill>
                <a:latin typeface="Arial"/>
              </a:rPr>
              <a:t>O que dá para aplicar já na segunda.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947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Se no fim vocês discordarem, ótimo — é para isso que metade do tempo está reservada.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Três erros que custam caro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Os três eram meus. Pela conversa com outras squads, não eram só meus.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16712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6712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Colar tudo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Log inteiro, arquivo inteiro, “por precaução”.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A intuição de que mais contexto = melhor resposta.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53127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6188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6188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59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Pedir vago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“Otimiza isso aí.”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Volta algo legítimo que não dá para usar.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493008" cy="2240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756648" y="2048256"/>
            <a:ext cx="475488" cy="47548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56648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19" y="2697480"/>
            <a:ext cx="29809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70F26"/>
                </a:solidFill>
                <a:latin typeface="Georgia"/>
              </a:rPr>
              <a:t>Aceitar o que vem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19" y="3154680"/>
            <a:ext cx="2980944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Bem escrito, parece certo, ninguém roda.</a:t>
            </a:r>
          </a:p>
          <a:p>
            <a:pPr algn="ctr">
              <a:lnSpc>
                <a:spcPct val="13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Aparece no review — ou em produção.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 dos três é sobre a ferramenta. Os três são sobre método.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gargalo mudou de lugar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737360"/>
            <a:ext cx="5349240" cy="19202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32688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A6675"/>
                </a:solidFill>
                <a:latin typeface="Arial"/>
              </a:rPr>
              <a:t>ANTES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2688" y="237744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70F26"/>
                </a:solidFill>
                <a:latin typeface="Georgia"/>
              </a:rPr>
              <a:t>Escrever código</a:t>
            </a:r>
          </a:p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70F26"/>
                </a:solidFill>
                <a:latin typeface="Georgia"/>
              </a:rPr>
              <a:t>era o gargalo.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7647" y="1737360"/>
            <a:ext cx="5349240" cy="192024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01968" y="1938528"/>
            <a:ext cx="4800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FE6F7"/>
                </a:solidFill>
                <a:latin typeface="Arial"/>
              </a:rPr>
              <a:t>AGORA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1968" y="2377440"/>
            <a:ext cx="4800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Decidir o que deve</a:t>
            </a:r>
          </a:p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Georgia"/>
              </a:rPr>
              <a:t>ser construído.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40233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Quando ninguém decide, o modelo decide — por omissão, com confiança.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5A6675"/>
                </a:solidFill>
                <a:latin typeface="Arial"/>
              </a:rPr>
              <a:t>E isso só aparece no code review.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ciclo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mesmo, de tarefa pequena a feature grande — só muda o rigor de cada etapa</a:t>
            </a:r>
          </a:p>
        </p:txBody>
      </p:sp>
      <p:sp>
        <p:nvSpPr>
          <p:cNvPr id="4" name="Block Arc 3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-7559999"/>
              <a:gd name="adj2" fmla="val -3419999"/>
              <a:gd name="adj3" fmla="val 19000"/>
            </a:avLst>
          </a:prstGeom>
          <a:solidFill>
            <a:srgbClr val="005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Block Arc 4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-3240000"/>
              <a:gd name="adj2" fmla="val 900000"/>
              <a:gd name="adj3" fmla="val 19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lock Arc 5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1080000"/>
              <a:gd name="adj2" fmla="val 5220000"/>
              <a:gd name="adj3" fmla="val 19000"/>
            </a:avLst>
          </a:prstGeom>
          <a:solidFill>
            <a:srgbClr val="19A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lock Arc 6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5400000"/>
              <a:gd name="adj2" fmla="val 9540000"/>
              <a:gd name="adj3" fmla="val 19000"/>
            </a:avLst>
          </a:prstGeom>
          <a:solidFill>
            <a:srgbClr val="00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Block Arc 7"/>
          <p:cNvSpPr/>
          <p:nvPr/>
        </p:nvSpPr>
        <p:spPr>
          <a:xfrm>
            <a:off x="1911095" y="1636775"/>
            <a:ext cx="3584448" cy="3584448"/>
          </a:xfrm>
          <a:prstGeom prst="blockArc">
            <a:avLst>
              <a:gd name="adj1" fmla="val 9720000"/>
              <a:gd name="adj2" fmla="val 13860000"/>
              <a:gd name="adj3" fmla="val 19000"/>
            </a:avLst>
          </a:prstGeom>
          <a:solidFill>
            <a:srgbClr val="7B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090672" y="1335024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5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27248" y="1609344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ENTENDER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901952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1</a:t>
            </a:r>
          </a:p>
        </p:txBody>
      </p:sp>
      <p:sp>
        <p:nvSpPr>
          <p:cNvPr id="12" name="Oval 11"/>
          <p:cNvSpPr/>
          <p:nvPr/>
        </p:nvSpPr>
        <p:spPr>
          <a:xfrm>
            <a:off x="4499498" y="2358596"/>
            <a:ext cx="1225296" cy="1225296"/>
          </a:xfrm>
          <a:prstGeom prst="ellipse">
            <a:avLst/>
          </a:prstGeom>
          <a:solidFill>
            <a:srgbClr val="0072BC"/>
          </a:solidFill>
          <a:ln w="3175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074" y="263291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ESPECIFICAR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74" y="2925524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CFE6F7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3961374" y="4014771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9A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97950" y="4289091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EXECUTAR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7950" y="4581699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3</a:t>
            </a:r>
          </a:p>
        </p:txBody>
      </p:sp>
      <p:sp>
        <p:nvSpPr>
          <p:cNvPr id="18" name="Oval 17"/>
          <p:cNvSpPr/>
          <p:nvPr/>
        </p:nvSpPr>
        <p:spPr>
          <a:xfrm>
            <a:off x="2219969" y="4014771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0C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56545" y="4289091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VERIFICAR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6545" y="4581699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4</a:t>
            </a:r>
          </a:p>
        </p:txBody>
      </p:sp>
      <p:sp>
        <p:nvSpPr>
          <p:cNvPr id="21" name="Oval 20"/>
          <p:cNvSpPr/>
          <p:nvPr/>
        </p:nvSpPr>
        <p:spPr>
          <a:xfrm>
            <a:off x="1681845" y="2358596"/>
            <a:ext cx="1225296" cy="12252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7BF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8421" y="2632916"/>
            <a:ext cx="115214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2E404D"/>
                </a:solidFill>
                <a:latin typeface="Arial"/>
              </a:rPr>
              <a:t>REGISTRAR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18421" y="2925524"/>
            <a:ext cx="115214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i="0">
                <a:solidFill>
                  <a:srgbClr val="949494"/>
                </a:solidFill>
                <a:latin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44952"/>
            <a:ext cx="13716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repete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a cada</a:t>
            </a:r>
          </a:p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A6675"/>
                </a:solidFill>
                <a:latin typeface="Georgia"/>
              </a:rPr>
              <a:t>tarefa</a:t>
            </a:r>
          </a:p>
        </p:txBody>
      </p:sp>
      <p:sp>
        <p:nvSpPr>
          <p:cNvPr id="25" name="Oval 24"/>
          <p:cNvSpPr/>
          <p:nvPr/>
        </p:nvSpPr>
        <p:spPr>
          <a:xfrm>
            <a:off x="6720840" y="2304288"/>
            <a:ext cx="274320" cy="274320"/>
          </a:xfrm>
          <a:prstGeom prst="ellipse">
            <a:avLst/>
          </a:prstGeom>
          <a:solidFill>
            <a:srgbClr val="005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50608" y="22860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ENTENDER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29514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ler antes de pedir</a:t>
            </a:r>
          </a:p>
        </p:txBody>
      </p:sp>
      <p:sp>
        <p:nvSpPr>
          <p:cNvPr id="29" name="Oval 28"/>
          <p:cNvSpPr/>
          <p:nvPr/>
        </p:nvSpPr>
        <p:spPr>
          <a:xfrm>
            <a:off x="6720840" y="2834640"/>
            <a:ext cx="274320" cy="274320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0840" y="28346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0608" y="28163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055B6"/>
                </a:solidFill>
                <a:latin typeface="Arial"/>
              </a:rPr>
              <a:t>ESPECIFICAR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282549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escrever o critério</a:t>
            </a:r>
          </a:p>
        </p:txBody>
      </p:sp>
      <p:sp>
        <p:nvSpPr>
          <p:cNvPr id="33" name="Oval 32"/>
          <p:cNvSpPr/>
          <p:nvPr/>
        </p:nvSpPr>
        <p:spPr>
          <a:xfrm>
            <a:off x="6720840" y="3364992"/>
            <a:ext cx="274320" cy="274320"/>
          </a:xfrm>
          <a:prstGeom prst="ellipse">
            <a:avLst/>
          </a:prstGeom>
          <a:solidFill>
            <a:srgbClr val="19A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33649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50608" y="33467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EXECUTAR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33558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pessoa ou agente</a:t>
            </a:r>
          </a:p>
        </p:txBody>
      </p:sp>
      <p:sp>
        <p:nvSpPr>
          <p:cNvPr id="37" name="Oval 36"/>
          <p:cNvSpPr/>
          <p:nvPr/>
        </p:nvSpPr>
        <p:spPr>
          <a:xfrm>
            <a:off x="6720840" y="3895344"/>
            <a:ext cx="274320" cy="274320"/>
          </a:xfrm>
          <a:prstGeom prst="ellipse">
            <a:avLst/>
          </a:prstGeom>
          <a:solidFill>
            <a:srgbClr val="00C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0840" y="38953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E404D"/>
                </a:solidFill>
                <a:latin typeface="Arial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50608" y="38770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VERIFICAR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35440" y="38862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rodar, não ler</a:t>
            </a:r>
          </a:p>
        </p:txBody>
      </p:sp>
      <p:sp>
        <p:nvSpPr>
          <p:cNvPr id="41" name="Oval 40"/>
          <p:cNvSpPr/>
          <p:nvPr/>
        </p:nvSpPr>
        <p:spPr>
          <a:xfrm>
            <a:off x="6720840" y="4425696"/>
            <a:ext cx="274320" cy="274320"/>
          </a:xfrm>
          <a:prstGeom prst="ellipse">
            <a:avLst/>
          </a:prstGeom>
          <a:solidFill>
            <a:srgbClr val="7B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20840" y="44256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2E404D"/>
                </a:solidFill>
                <a:latin typeface="Arial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50608" y="44074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70F26"/>
                </a:solidFill>
                <a:latin typeface="Arial"/>
              </a:rPr>
              <a:t>REGISTRAR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5440" y="44165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5A6675"/>
                </a:solidFill>
                <a:latin typeface="Arial"/>
              </a:rPr>
              <a:t>o que vale pra próxima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70F26"/>
                </a:solidFill>
                <a:latin typeface="Arial"/>
              </a:rPr>
              <a:t>A etapa 2 é a que mais se pula — e a única que, quando falha, estraga todas as outras.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O atalho comum — e o meu, por muito tempo: pular de “tenho um problema” direto para “escreve o código”.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Antes de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A parte que acontece antes de digitar qualquer coisa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Contexto é orçamento, não depósito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Sem recorte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Aqui o log, me ajuda: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09:14:02 </a:t>
            </a:r>
            <a:r>
              <a:rPr sz="1050">
                <a:solidFill>
                  <a:srgbClr val="0072BC"/>
                </a:solidFill>
                <a:latin typeface="Courier New"/>
              </a:rPr>
              <a:t>INFO </a:t>
            </a:r>
            <a:r>
              <a:rPr sz="1050">
                <a:solidFill>
                  <a:srgbClr val="070F26"/>
                </a:solidFill>
                <a:latin typeface="Courier New"/>
              </a:rPr>
              <a:t> Starting worker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09:14:02 </a:t>
            </a:r>
            <a:r>
              <a:rPr sz="1050">
                <a:solidFill>
                  <a:srgbClr val="0072BC"/>
                </a:solidFill>
                <a:latin typeface="Courier New"/>
              </a:rPr>
              <a:t>INFO </a:t>
            </a:r>
            <a:r>
              <a:rPr sz="1050">
                <a:solidFill>
                  <a:srgbClr val="070F26"/>
                </a:solidFill>
                <a:latin typeface="Courier New"/>
              </a:rPr>
              <a:t> Connected redis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  ... (1.847 linhas) ...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09:31:55 </a:t>
            </a:r>
            <a:r>
              <a:rPr sz="1050">
                <a:solidFill>
                  <a:srgbClr val="B22000"/>
                </a:solidFill>
                <a:latin typeface="Courier New"/>
              </a:rPr>
              <a:t>ERROR </a:t>
            </a:r>
            <a:r>
              <a:rPr sz="1050">
                <a:solidFill>
                  <a:srgbClr val="070F26"/>
                </a:solidFill>
                <a:latin typeface="Courier New"/>
              </a:rPr>
              <a:t>ValueError: inva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949494"/>
                </a:solidFill>
                <a:latin typeface="Courier New"/>
              </a:rPr>
              <a:t>  ... (mais 600 linhas) ...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7" y="1572768"/>
            <a:ext cx="5303520" cy="27432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Com recorte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2176272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Erro no worker, ~2% dos registros.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B22000"/>
                </a:solidFill>
                <a:latin typeface="Courier New"/>
              </a:rPr>
              <a:t>ValueError</a:t>
            </a:r>
            <a:r>
              <a:rPr sz="1050">
                <a:solidFill>
                  <a:srgbClr val="070F26"/>
                </a:solidFill>
                <a:latin typeface="Courier New"/>
              </a:rPr>
              <a:t>: invalid literal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6A3FA0"/>
                </a:solidFill>
                <a:latin typeface="Courier New"/>
              </a:rPr>
              <a:t>  parser.py:42</a:t>
            </a:r>
            <a:r>
              <a:rPr sz="1050">
                <a:solidFill>
                  <a:srgbClr val="070F26"/>
                </a:solidFill>
                <a:latin typeface="Courier New"/>
              </a:rPr>
              <a:t> in </a:t>
            </a:r>
            <a:r>
              <a:rPr sz="1050">
                <a:solidFill>
                  <a:srgbClr val="6A3FA0"/>
                </a:solidFill>
                <a:latin typeface="Courier New"/>
              </a:rPr>
              <a:t>parse_row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Já verifiquei: CSV tem células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vazias. Schema não é meu.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/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Quero vazio </a:t>
            </a:r>
            <a:r>
              <a:rPr sz="1050">
                <a:solidFill>
                  <a:srgbClr val="6A3FA0"/>
                </a:solidFill>
                <a:latin typeface="Courier New"/>
              </a:rPr>
              <a:t>-&gt; None</a:t>
            </a:r>
            <a:r>
              <a:rPr sz="1050">
                <a:solidFill>
                  <a:srgbClr val="070F26"/>
                </a:solidFill>
                <a:latin typeface="Courier New"/>
              </a:rPr>
              <a:t>, sem engolir</a:t>
            </a:r>
          </a:p>
          <a:p>
            <a:pPr>
              <a:lnSpc>
                <a:spcPct val="115000"/>
              </a:lnSpc>
            </a:pPr>
            <a:r>
              <a:rPr sz="1050">
                <a:solidFill>
                  <a:srgbClr val="070F26"/>
                </a:solidFill>
                <a:latin typeface="Courier New"/>
              </a:rPr>
              <a:t>outros erros.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B22000"/>
                </a:solidFill>
                <a:latin typeface="Arial"/>
              </a:rPr>
              <a:t>~40.000 tokens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62272"/>
            <a:ext cx="5303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055B6"/>
                </a:solidFill>
                <a:latin typeface="Arial"/>
              </a:rPr>
              <a:t>~200 tokens · e resposta melhor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Sessão longa apodrece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Conversa de 3 horas acumula decisão revogada, tentativa abandonada e arquivo velho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173736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03120"/>
            <a:ext cx="9144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70F26"/>
                </a:solidFill>
                <a:latin typeface="Arial"/>
              </a:rPr>
              <a:t>O que pedir antes de abrir uma sessão nova: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505456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“Escreva um resumo de estado em até 20 linhas: decisões tomadas e o porquê,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070F26"/>
                </a:solidFill>
                <a:latin typeface="Courier New"/>
              </a:rPr>
              <a:t>decisões que DESCARTAMOS e o motivo, arquivos alterados, o que está pendente.”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886200"/>
            <a:ext cx="4206240" cy="12344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06908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5A6675"/>
                </a:solidFill>
                <a:latin typeface="Georgia"/>
              </a:rPr>
              <a:t>~90.000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4617720"/>
            <a:ext cx="3657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tokens de histórico acumulado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7" y="42519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0">
                <a:solidFill>
                  <a:srgbClr val="949494"/>
                </a:solidFill>
                <a:latin typeface="Arial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87568" y="3886200"/>
            <a:ext cx="4206240" cy="123444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61888" y="4069080"/>
            <a:ext cx="365759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~600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4617720"/>
            <a:ext cx="36575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CFE6F7"/>
                </a:solidFill>
                <a:latin typeface="Arial"/>
              </a:rPr>
              <a:t>tokens de estado útil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34924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O bloco de decisões descartadas é o que mais economiza: sem ele, a sessão nova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5A6675"/>
                </a:solidFill>
                <a:latin typeface="Arial"/>
              </a:rPr>
              <a:t>propõe de novo tudo que já tinha sido recusado.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Como pedir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Onde o retorno aparece mais rápido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 critério de aceite vai junto com o pedido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6112" y="1755648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vago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070F26"/>
                </a:solidFill>
                <a:latin typeface="Courier New"/>
              </a:rPr>
              <a:t>otimiza essa função aqui pra mim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395728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Otimizar em quê? Tempo, memória, número de queries?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escolhe — e devolve algo legítimo, com async, ORM trocado e assinatura nova.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Não dá pra usar.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72768"/>
            <a:ext cx="5303520" cy="28346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1755648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175564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1764792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Pedido com aceite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176272"/>
            <a:ext cx="48280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Suspeita: N+1 no lazy load.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RESTRIÇÕES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manter assinatura e retorno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dependência nova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sem async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ACEITE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nº de queries constante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070F26"/>
                </a:solidFill>
                <a:latin typeface="Courier New"/>
              </a:rPr>
              <a:t>- diga quantas antes e 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pedido errado devolve código. O certo devolve código que entra no PR.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Em tarefa grande: plano antes do código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parágrafo que mais poupa retrabalho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6675120" cy="205740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39696"/>
            <a:ext cx="6035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Antes de escrever qualquer código: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1. liste os arquivos que pretende tocar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2. aponte os riscos e o que pode quebrar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3. diga o que você NÃO vai mexer</a:t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FFFFFF"/>
                </a:solidFill>
                <a:latin typeface="Courier New"/>
              </a:rPr>
              <a:t>Pare aí e espere meu OK.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90688" y="195681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Por que funciona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90688" y="2414016"/>
            <a:ext cx="3703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um plano de 10 linhas custa uma frase.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Corrigir 400 linhas geradas custa a tarefa inteira.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“Não mexe no serializers.py, é contrato público” — o modelo não tinha como saber.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Vale sempre que a tarefa passa de um arquivo.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O que persistir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Contexto morre com a sessão. O que precisa sobreviver vira arquivo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arquivo de contexto no repositório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Lido em toda sessão, por todo mundo — então cada linha precisa se pagar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5740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Não entra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“Usamos Python e FastAPI.”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“Os testes ficam em tests/.”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“Escreva código de qualidade.”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O modelo descobre isso em 2 segundos lendo o repo. E o time paga por essas linhas todo dia.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74519"/>
            <a:ext cx="5303520" cy="23317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5740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5740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66543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Entra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78024"/>
            <a:ext cx="48280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“app/legacy/ está congelado.”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“Nunca chame billing direto — o rate limit é compartilhado e derruba geral.”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“PA = Pedido Antecipado.”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Isso nenhum modelo descobre sozinho.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43484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Teste: se a linha pode ser respondida lendo o README, apague.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mora o que o código não conta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Vault de notas, wiki, ADR no repo — a ferramenta importa menos que o formato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011680"/>
            <a:ext cx="292608" cy="292608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Nota-diário (inútil)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“Ontem discutimos o importador.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O pessoal falou que era melhor a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abordagem nova. O João vai olhar.”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Seis meses depois: qual problema?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qual abordagem? “ontem” quando?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82880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473951" y="2011680"/>
            <a:ext cx="292608" cy="292608"/>
          </a:xfrm>
          <a:prstGeom prst="ellipse">
            <a:avLst/>
          </a:prstGeom>
          <a:solidFill>
            <a:srgbClr val="06B9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1" y="20116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7999" y="2020824"/>
            <a:ext cx="4443983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Fato, com porquê e validade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3951" y="2432304"/>
            <a:ext cx="4828031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“Importação roda em lote noturno.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Por quê: fornecedor limita 100 req/min.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Tempo real derrubava a integração.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Consequência: estoque tem 24h de atraso.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70F26"/>
                </a:solidFill>
                <a:latin typeface="Arial"/>
              </a:rPr>
              <a:t>Decidido em 2026-05-20.”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0" i="1">
                <a:solidFill>
                  <a:srgbClr val="070F26"/>
                </a:solidFill>
                <a:latin typeface="Arial"/>
              </a:rPr>
              <a:t>O título é a afirmação, não o tópico — é por ele que a IA decide se a nota importa.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Método dentro da ferramenta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mais muda resultado não é trocar de modelo — é o ciclo deixar de ser opcional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 w="12700">
            <a:solidFill>
              <a:srgbClr val="0072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Com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58768" y="2148840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ciclo é imposto: entender → planejar → executar → verificar.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FFFFFF"/>
                </a:solidFill>
                <a:latin typeface="Arial"/>
              </a:rPr>
              <a:t>O agente não avança de etapa sem cumprir a anterior.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3264408"/>
            <a:ext cx="10874959" cy="10972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3447288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Sem framework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8768" y="3447288"/>
            <a:ext cx="7315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O ciclo é seguido quando dá tempo.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5A6675"/>
                </a:solidFill>
                <a:latin typeface="Arial"/>
              </a:rPr>
              <a:t>Sob prazo, é a primeira coisa a ser abandonada.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709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70F26"/>
                </a:solidFill>
                <a:latin typeface="Georgia"/>
              </a:rPr>
              <a:t>Disciplina que depende de alguém lembrar, sob prazo, não é disciplina.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2148840"/>
            <a:ext cx="10874959" cy="2103120"/>
          </a:xfrm>
          <a:prstGeom prst="roundRect">
            <a:avLst>
              <a:gd name="adj" fmla="val 4000"/>
            </a:avLst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61288" y="274320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61288" y="2743200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 i="0">
                <a:solidFill>
                  <a:srgbClr val="0055B6"/>
                </a:solidFill>
                <a:latin typeface="Georgia"/>
              </a:rPr>
              <a:t>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43200"/>
            <a:ext cx="8790127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Georgia"/>
              </a:rPr>
              <a:t>Quando delegar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7168" y="3456432"/>
            <a:ext cx="87901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D6E9F7"/>
                </a:solidFill>
                <a:latin typeface="Arial"/>
              </a:rPr>
              <a:t>O critério vale para qualquer agente autônomo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Na mão · piloto · delega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Decisão que vem antes de abrir a ferramenta, não depois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22000"/>
                </a:solidFill>
                <a:latin typeface="Arial"/>
              </a:rPr>
              <a:t>NA MÃO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Decisão de arquitetura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Trade-off de produto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Código de auth e pagamento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Incidente em produção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53127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2583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72583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Causa desconhecida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Design ainda aberto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Refactor que atravessa módulos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Exploração de alternativas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874519"/>
            <a:ext cx="3493008" cy="24688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67344" y="2048256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6B941"/>
                </a:solidFill>
                <a:latin typeface="Arial"/>
              </a:rPr>
              <a:t>DELEGA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67344" y="2487168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Migração mecânica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Bug com repro determinístico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Teste faltando</a:t>
            </a:r>
          </a:p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070F26"/>
                </a:solidFill>
                <a:latin typeface="Arial"/>
              </a:rPr>
              <a:t>Lint e tipo em massa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45262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Delegue o tedioso e verificável. Pilote o ambíguo. Faça na mão o irreversível.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9560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 pergunta que resolve quase tudo: existe teste que prova que ficou certo? Se não existe, não delegue.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Um PR que passa no CI e não deve ser aprovado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58368" y="1572768"/>
            <a:ext cx="5943600" cy="2651760"/>
          </a:xfrm>
          <a:prstGeom prst="roundRect">
            <a:avLst>
              <a:gd name="adj" fmla="val 4000"/>
            </a:avLst>
          </a:prstGeom>
          <a:solidFill>
            <a:srgbClr val="070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5394960" cy="2240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  def parse_row(row) -&gt; int | None: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try: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int(row["quantidade"])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except Exception: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    return None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-     with pytest.raises(ValueError):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def test_invalido():</a:t>
            </a:r>
          </a:p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FFFFF"/>
                </a:solidFill>
                <a:latin typeface="Courier New"/>
              </a:rPr>
              <a:t>+     assert parse_row("abc") is None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9168" y="1609344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CI verde. Três problemas: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59168" y="2103120"/>
            <a:ext cx="44805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except Exception engole tudo — coluna faltando vira None silencioso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o teste antigo foi invertido para passar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•  e tem um parâmetro de biblioteca que simplesmente não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38912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Ler o diff não é revisar. O segundo item é o mais grave e o mais fácil de passar batido.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809744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A6675"/>
                </a:solidFill>
                <a:latin typeface="Arial"/>
              </a:rPr>
              <a:t>Atalho: git diff nos testes primeiro. Linha alterada em teste existente exige justificativa escrita.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Onde não usar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Saber onde não usar é metade do ganho</a:t>
            </a:r>
          </a:p>
        </p:txBody>
      </p:sp>
      <p:sp>
        <p:nvSpPr>
          <p:cNvPr id="4" name="Oval 3"/>
          <p:cNvSpPr/>
          <p:nvPr/>
        </p:nvSpPr>
        <p:spPr>
          <a:xfrm>
            <a:off x="658368" y="1874519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874519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07007" y="18470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Conta e agregação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90288" y="1847088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O modelo estima a partir do texto. Peça a query — a máquina calcula, o número é auditável.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2679191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79191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7" y="26517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Decisão de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2651760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Serve para levantar alternativas. A escolha é da pessoa — e é onde está o valor dela.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3483863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3483863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7" y="34564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Aprovar o que não se entende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3456432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Se não entende cada linha, não aprove. Dívida no dia 1, incidente no dia 90.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4288536"/>
            <a:ext cx="347472" cy="347472"/>
          </a:xfrm>
          <a:prstGeom prst="ellipse">
            <a:avLst/>
          </a:prstGeom>
          <a:solidFill>
            <a:srgbClr val="B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28853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4261103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70F26"/>
                </a:solidFill>
                <a:latin typeface="Arial"/>
              </a:rPr>
              <a:t>Dado de cliente e segredo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261103"/>
            <a:ext cx="66751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5A6675"/>
                </a:solidFill>
                <a:latin typeface="Arial"/>
              </a:rPr>
              <a:t>Nunca no prompt. Anonimize ou use dado sintético. Sem exceção de prazo.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A responsabilidade não é delegável: quem aprova responde. “A IA escreveu” não explica incidente.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Ferramentas, rápido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O que eu uso hoje. Menos importante que tudo que veio antes — mas sempre perguntam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20240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41648" y="210312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onde o trabalho acontece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761488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9443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Superpowers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2944368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framework de processo: impõe o ciclo dentro da ferramenta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602736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85615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Obsidian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41648" y="3785615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o que o código não conta: decisão, porquê, regra de negócio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43984"/>
            <a:ext cx="10874959" cy="713232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2686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072BC"/>
                </a:solidFill>
                <a:latin typeface="Arial"/>
              </a:rPr>
              <a:t>Compressão de saída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41648" y="4626864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070F26"/>
                </a:solidFill>
                <a:latin typeface="Arial"/>
              </a:rPr>
              <a:t>resposta densa; economiza agora e no histórico depois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34924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Trocar de ferramenta não resolve problema de método. Pedido ruim é ruim em qualquer uma.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Por onde começar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108749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 i="1">
                <a:solidFill>
                  <a:srgbClr val="5A6675"/>
                </a:solidFill>
                <a:latin typeface="Arial"/>
              </a:rPr>
              <a:t>Três práticas para aplicar já na próxima tarefa — nessa ordem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965960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" y="2221991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221991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64208" y="2167128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Mande o trecho, não o arquivo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" y="2532888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Recorte o traceback e diga o que já verificou.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18104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2688" y="3374136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3319272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Diga como você vai saber que ficou certo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685032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Uma linha de critério de aceite, junto com o pedido.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70248"/>
            <a:ext cx="10874959" cy="100584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32688" y="4526280"/>
            <a:ext cx="475488" cy="475488"/>
          </a:xfrm>
          <a:prstGeom prst="ellipse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45262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" y="4471416"/>
            <a:ext cx="9418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Rode antes de aprovar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4837176"/>
            <a:ext cx="94183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A6675"/>
                </a:solidFill>
                <a:latin typeface="Arial"/>
              </a:rPr>
              <a:t>Ler o diff não é revisar. Vale para PR de IA e de gente.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25312"/>
            <a:ext cx="99971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1">
                <a:solidFill>
                  <a:srgbClr val="5A6675"/>
                </a:solidFill>
                <a:latin typeface="Arial"/>
              </a:rPr>
              <a:t>Nenhuma das três depende de instalar nada.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070F26"/>
                </a:solidFill>
                <a:latin typeface="Georgia"/>
              </a:rPr>
              <a:t>Agora é de vocês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325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0055B6"/>
                </a:solidFill>
                <a:latin typeface="Arial"/>
              </a:rPr>
              <a:t>30 minutos. Discordar é o melhor uso desse tempo.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2103120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50976" y="2377439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Onde isso não vai funcionar no nosso contexto?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3127248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3401568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O que vocês já fazem que o resto do time deveria copiar?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151376"/>
            <a:ext cx="10874959" cy="8686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4297680"/>
            <a:ext cx="9875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70F26"/>
                </a:solidFill>
                <a:latin typeface="Arial"/>
              </a:rPr>
              <a:t>Qual tarefa da sprint serviria de teste?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466344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a mais concreta — começa por essa se travar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5A6675"/>
                </a:solidFill>
                <a:latin typeface="Arial"/>
              </a:rPr>
              <a:t>Material completo e templates: github.com/devdiasbr/boas-praticas-ia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Cover Photo" descr="A group of tall buildings">
            <a:extLst>
              <a:ext uri="{FF2B5EF4-FFF2-40B4-BE49-F238E27FC236}">
                <a16:creationId xmlns:a16="http://schemas.microsoft.com/office/drawing/2014/main" id="{D1784304-20CA-2595-A2CF-CFD02E4EF6F6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1" b="81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991235-C283-783D-AF49-E845205D045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E4E82A2-356B-1BC2-C482-7770727F7BE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Date">
            <a:extLst>
              <a:ext uri="{FF2B5EF4-FFF2-40B4-BE49-F238E27FC236}">
                <a16:creationId xmlns:a16="http://schemas.microsoft.com/office/drawing/2014/main" id="{7C6A72F5-2EAA-30FE-0CD3-202C143C918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r>
              <a:rPr lang="en-US" dirty="0"/>
              <a:t>January 2026</a:t>
            </a:r>
          </a:p>
        </p:txBody>
      </p:sp>
      <p:sp>
        <p:nvSpPr>
          <p:cNvPr id="8" name="Legal">
            <a:extLst>
              <a:ext uri="{FF2B5EF4-FFF2-40B4-BE49-F238E27FC236}">
                <a16:creationId xmlns:a16="http://schemas.microsoft.com/office/drawing/2014/main" id="{31759756-E6FE-4FFA-8F5E-B04C401C522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r>
              <a:rPr lang="en-CA" dirty="0"/>
              <a:t>© 2026 NTT DATA, Inc.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71DBF8-81A7-9FE7-57D3-9CD874C25B6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CD07AD3-DD8E-6F8A-4838-E3B5AAB6E91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ABDF3ACB-BC28-B46B-FF4A-2BDF0F80835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sz="1300" b="0">
                <a:solidFill>
                  <a:srgbClr val="FFFFFF"/>
                </a:solidFill>
                <a:latin typeface="Arial"/>
              </a:rPr>
              <a:t>Práticas que funcionam — contadas pelo</a:t>
            </a:r>
          </a:p>
          <a:p>
            <a:r>
              <a:rPr sz="1300" b="0">
                <a:solidFill>
                  <a:srgbClr val="FFFFFF"/>
                </a:solidFill>
                <a:latin typeface="Arial"/>
              </a:rPr>
              <a:t>caminho que eu fiz até elas</a:t>
            </a:r>
          </a:p>
        </p:txBody>
      </p:sp>
      <p:sp>
        <p:nvSpPr>
          <p:cNvPr id="9" name="MainTitle">
            <a:extLst>
              <a:ext uri="{FF2B5EF4-FFF2-40B4-BE49-F238E27FC236}">
                <a16:creationId xmlns:a16="http://schemas.microsoft.com/office/drawing/2014/main" id="{E13429DD-7708-C4B2-04F6-88B9AC616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Georgia"/>
              </a:rPr>
              <a:t>Como eu uso IA</a:t>
            </a:r>
          </a:p>
          <a:p>
            <a:r>
              <a:rPr sz="3400" b="1">
                <a:solidFill>
                  <a:srgbClr val="FFFFFF"/>
                </a:solidFill>
                <a:latin typeface="Georgia"/>
              </a:rPr>
              <a:t>no dia a dia</a:t>
            </a:r>
          </a:p>
        </p:txBody>
      </p:sp>
    </p:spTree>
    <p:extLst>
      <p:ext uri="{BB962C8B-B14F-4D97-AF65-F5344CB8AC3E}">
        <p14:creationId xmlns:p14="http://schemas.microsoft.com/office/powerpoint/2010/main" val="969055118"/>
      </p:ext>
    </p:extLst>
  </p:cSld>
  <p:clrMapOvr>
    <a:masterClrMapping/>
  </p:clrMapOvr>
</p:sld>
</file>

<file path=ppt/theme/theme1.xml><?xml version="1.0" encoding="utf-8"?>
<a:theme xmlns:a="http://schemas.openxmlformats.org/drawingml/2006/main" name="Covers - Full Image Background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_DATA_Arial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solidFill>
            <a:schemeClr val="accent2"/>
          </a:solidFill>
        </a:ln>
      </a:spPr>
      <a:bodyPr lIns="108000" tIns="72000" rIns="108000" bIns="72000" rtlCol="0" anchor="ctr"/>
      <a:lstStyle>
        <a:defPPr algn="ctr">
          <a:lnSpc>
            <a:spcPct val="110000"/>
          </a:lnSpc>
          <a:spcBef>
            <a:spcPts val="600"/>
          </a:spcBef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 algn="l">
          <a:defRPr dirty="0"/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6BFB1022-CB34-4B15-9F3B-8B01968DD371}"/>
    </a:ext>
  </a:extLst>
</a:theme>
</file>

<file path=ppt/theme/theme2.xml><?xml version="1.0" encoding="utf-8"?>
<a:theme xmlns:a="http://schemas.openxmlformats.org/drawingml/2006/main" name="Light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09C1F4FE-3D3D-4E4E-8AC5-C5D92DFDEA59}"/>
    </a:ext>
  </a:extLst>
</a:theme>
</file>

<file path=ppt/theme/theme3.xml><?xml version="1.0" encoding="utf-8"?>
<a:theme xmlns:a="http://schemas.openxmlformats.org/drawingml/2006/main" name="Light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71B2DA3E-2DF6-4D01-A20C-E263381081DA}"/>
    </a:ext>
  </a:extLst>
</a:theme>
</file>

<file path=ppt/theme/theme4.xml><?xml version="1.0" encoding="utf-8"?>
<a:theme xmlns:a="http://schemas.openxmlformats.org/drawingml/2006/main" name="Light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146F23E-B709-4B2D-9758-8EB4940147ED}"/>
    </a:ext>
  </a:extLst>
</a:theme>
</file>

<file path=ppt/theme/theme5.xml><?xml version="1.0" encoding="utf-8"?>
<a:theme xmlns:a="http://schemas.openxmlformats.org/drawingml/2006/main" name="Light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8B19F434-353F-47FF-A1F7-53A0C457C0DD}"/>
    </a:ext>
  </a:extLst>
</a:theme>
</file>

<file path=ppt/theme/theme6.xml><?xml version="1.0" encoding="utf-8"?>
<a:theme xmlns:a="http://schemas.openxmlformats.org/drawingml/2006/main" name="Light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err="1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3869863-12B1-475A-82A5-128864B9801C}"/>
    </a:ext>
  </a:extLst>
</a:theme>
</file>

<file path=ppt/theme/theme7.xml><?xml version="1.0" encoding="utf-8"?>
<a:theme xmlns:a="http://schemas.openxmlformats.org/drawingml/2006/main" name="Light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chemeClr val="tx2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FE3E34BB-CC1C-46A6-8772-D6CF53A3F2E1}"/>
    </a:ext>
  </a:extLst>
</a:theme>
</file>

<file path=ppt/theme/theme8.xml><?xml version="1.0" encoding="utf-8"?>
<a:theme xmlns:a="http://schemas.openxmlformats.org/drawingml/2006/main" name="Dark Covers - Partial Imag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35056FF-E0F1-46A4-9DF3-6BEF71C59CA6}"/>
    </a:ext>
  </a:extLst>
</a:theme>
</file>

<file path=ppt/theme/theme9.xml><?xml version="1.0" encoding="utf-8"?>
<a:theme xmlns:a="http://schemas.openxmlformats.org/drawingml/2006/main" name="Dark Covers - No Imag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3731407F-107C-4663-813D-98F86288AD69}"/>
    </a:ext>
  </a:extLst>
</a:theme>
</file>

<file path=ppt/theme/theme10.xml><?xml version="1.0" encoding="utf-8"?>
<a:theme xmlns:a="http://schemas.openxmlformats.org/drawingml/2006/main" name="Dark Body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F55F6E1-085B-4372-BEEA-3BBE8693FD70}"/>
    </a:ext>
  </a:extLst>
</a:theme>
</file>

<file path=ppt/theme/theme11.xml><?xml version="1.0" encoding="utf-8"?>
<a:theme xmlns:a="http://schemas.openxmlformats.org/drawingml/2006/main" name="Dark Body Slides - Small Title, Large Subtitle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err="1" smtClean="0">
            <a:solidFill>
              <a:schemeClr val="tx1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912F9BCC-81CE-43FF-90FC-1CF8A50309CA}"/>
    </a:ext>
  </a:extLst>
</a:theme>
</file>

<file path=ppt/theme/theme12.xml><?xml version="1.0" encoding="utf-8"?>
<a:theme xmlns:a="http://schemas.openxmlformats.org/drawingml/2006/main" name="Dark Divider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tIns="45720" bIns="45720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A8A71081-93CE-480B-AFBD-21CACF4C03BA}"/>
    </a:ext>
  </a:extLst>
</a:theme>
</file>

<file path=ppt/theme/theme13.xml><?xml version="1.0" encoding="utf-8"?>
<a:theme xmlns:a="http://schemas.openxmlformats.org/drawingml/2006/main" name="Dark Blank Slides">
  <a:themeElements>
    <a:clrScheme name="NTT DATA 2024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19A3F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72BC"/>
      </a:hlink>
      <a:folHlink>
        <a:srgbClr val="00DFED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FF"/>
        </a:solidFill>
        <a:ln w="9525">
          <a:solidFill>
            <a:schemeClr val="tx1">
              <a:lumMod val="50000"/>
            </a:schemeClr>
          </a:solidFill>
        </a:ln>
      </a:spPr>
      <a:bodyPr rtlCol="0" anchor="ctr"/>
      <a:lstStyle>
        <a:defPPr algn="ctr">
          <a:defRPr dirty="0" err="1" smtClean="0">
            <a:solidFill>
              <a:schemeClr val="tx2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noAutofit/>
      </a:bodyPr>
      <a:lstStyle>
        <a:defPPr algn="l">
          <a:defRPr dirty="0" smtClean="0">
            <a:solidFill>
              <a:srgbClr val="FFFFFF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C6E35258-F3D7-4B2E-B75B-EFF826EED1C0}"/>
    </a:ext>
  </a:extLst>
</a:theme>
</file>

<file path=ppt/theme/theme14.xml><?xml version="1.0" encoding="utf-8"?>
<a:theme xmlns:a="http://schemas.openxmlformats.org/drawingml/2006/main" name="1_Back Covers">
  <a:themeElements>
    <a:clrScheme name="NTT DATA Colors 1">
      <a:dk1>
        <a:srgbClr val="FFFFFF"/>
      </a:dk1>
      <a:lt1>
        <a:srgbClr val="070F26"/>
      </a:lt1>
      <a:dk2>
        <a:srgbClr val="2E404D"/>
      </a:dk2>
      <a:lt2>
        <a:srgbClr val="0072BC"/>
      </a:lt2>
      <a:accent1>
        <a:srgbClr val="0072BC"/>
      </a:accent1>
      <a:accent2>
        <a:srgbClr val="00DFED"/>
      </a:accent2>
      <a:accent3>
        <a:srgbClr val="00CB5D"/>
      </a:accent3>
      <a:accent4>
        <a:srgbClr val="FFC400"/>
      </a:accent4>
      <a:accent5>
        <a:srgbClr val="FF7A00"/>
      </a:accent5>
      <a:accent6>
        <a:srgbClr val="949494"/>
      </a:accent6>
      <a:hlink>
        <a:srgbClr val="0000FF"/>
      </a:hlink>
      <a:folHlink>
        <a:srgbClr val="0000FF"/>
      </a:folHlink>
    </a:clrScheme>
    <a:fontScheme name="NTT DATA Fonts 1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1"/>
        </a:solidFill>
        <a:ln w="9525" cap="rnd">
          <a:solidFill>
            <a:schemeClr val="tx1">
              <a:lumMod val="50000"/>
            </a:schemeClr>
          </a:solidFill>
          <a:round/>
        </a:ln>
      </a:spPr>
      <a:bodyPr rtlCol="0" anchor="ctr"/>
      <a:lstStyle>
        <a:defPPr algn="ctr">
          <a:defRPr sz="1800" dirty="0" err="1" smtClean="0">
            <a:solidFill>
              <a:srgbClr val="2E404D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 cap="rnd">
          <a:solidFill>
            <a:schemeClr val="tx1">
              <a:lumMod val="50000"/>
            </a:schemeClr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noAutofit/>
      </a:bodyPr>
      <a:lstStyle>
        <a:defPPr algn="l">
          <a:defRPr dirty="0" err="1" smtClean="0">
            <a:solidFill>
              <a:srgbClr val="2E404D"/>
            </a:solidFill>
          </a:defRPr>
        </a:defPPr>
      </a:lstStyle>
    </a:txDef>
  </a:objectDefaults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Presentation1" id="{09E09F61-42FD-4E5A-AEF2-0EB422DF44CE}" vid="{DB1D71C7-A2A5-436F-AEBF-D0FAA4B45808}"/>
    </a:ext>
  </a:extLst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A-Smart Navy">
      <a:srgbClr val="070F26"/>
    </a:custClr>
    <a:custClr name="B-White">
      <a:srgbClr val="FFFFFF"/>
    </a:custClr>
    <a:custClr name="C-Future Blue 150">
      <a:srgbClr val="005B96"/>
    </a:custClr>
    <a:custClr name="D-Future Blue">
      <a:srgbClr val="0072BC"/>
    </a:custClr>
    <a:custClr name="E-Future Blue 50">
      <a:srgbClr val="19A3FC"/>
    </a:custClr>
    <a:custClr name="F-Turquoise 100">
      <a:srgbClr val="009AA4"/>
    </a:custClr>
    <a:custClr name="G-Turquoise">
      <a:srgbClr val="00DFED"/>
    </a:custClr>
    <a:custClr name="H-Turquoise 50">
      <a:srgbClr val="7BF7FF"/>
    </a:custClr>
    <a:custClr name="I-Green 150">
      <a:srgbClr val="068941"/>
    </a:custClr>
    <a:custClr name="J-Green">
      <a:srgbClr val="00CB5D"/>
    </a:custClr>
    <a:custClr name="K-Green 50">
      <a:srgbClr val="38F990"/>
    </a:custClr>
    <a:custClr name="L-Yellow">
      <a:srgbClr val="FFC400"/>
    </a:custClr>
    <a:custClr name="M-Yellow 50">
      <a:srgbClr val="FFEDB2"/>
    </a:custClr>
    <a:custClr name="N-Yellow 100">
      <a:srgbClr val="FFDB66"/>
    </a:custClr>
    <a:custClr name="O-Orange 150">
      <a:srgbClr val="B22000"/>
    </a:custClr>
    <a:custClr name="P-Orange 100">
      <a:srgbClr val="E42600"/>
    </a:custClr>
    <a:custClr name="Q-Orange">
      <a:srgbClr val="FF7A00"/>
    </a:custClr>
    <a:custClr name="R-Grey 100">
      <a:srgbClr val="949494"/>
    </a:custClr>
    <a:custClr name="S-Grey 50">
      <a:srgbClr val="E8E8E8"/>
    </a:custClr>
    <a:custClr name="T-Black">
      <a:srgbClr val="000000"/>
    </a:custClr>
    <a:custClr name="U-Text Grey">
      <a:srgbClr val="2E404D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T2K" ma:contentTypeID="0x01010040A11AC9A095403B86EC8B98C09708A300B18DC44D3AD07641A07CA18912D9B9CC" ma:contentTypeVersion="13" ma:contentTypeDescription="Create a new document." ma:contentTypeScope="" ma:versionID="bc855f56509cf97448165319407d5802">
  <xsd:schema xmlns:xsd="http://www.w3.org/2001/XMLSchema" xmlns:xs="http://www.w3.org/2001/XMLSchema" xmlns:p="http://schemas.microsoft.com/office/2006/metadata/properties" xmlns:ns1="http://schemas.microsoft.com/sharepoint/v3" xmlns:ns2="e8cafdd4-4528-4476-ab16-00a5750ab81c" xmlns:ns3="f9e5c6ed-a414-487d-8643-813a0aafc40d" targetNamespace="http://schemas.microsoft.com/office/2006/metadata/properties" ma:root="true" ma:fieldsID="73c0290f8439e5b6358291f0f886d336" ns1:_="" ns2:_="" ns3:_="">
    <xsd:import namespace="http://schemas.microsoft.com/sharepoint/v3"/>
    <xsd:import namespace="e8cafdd4-4528-4476-ab16-00a5750ab81c"/>
    <xsd:import namespace="f9e5c6ed-a414-487d-8643-813a0aafc40d"/>
    <xsd:element name="properties">
      <xsd:complexType>
        <xsd:sequence>
          <xsd:element name="documentManagement">
            <xsd:complexType>
              <xsd:all>
                <xsd:element ref="ns2:abe66603087445669b8b2920ee71eaef" minOccurs="0"/>
                <xsd:element ref="ns2:TaxCatchAll" minOccurs="0"/>
                <xsd:element ref="ns2:TaxCatchAllLabel" minOccurs="0"/>
                <xsd:element ref="ns2:fa99d158c7f14474ab98801009d80b56" minOccurs="0"/>
                <xsd:element ref="ns2:TogoImageUrl" minOccurs="0"/>
                <xsd:element ref="ns2:TogoHighlight" minOccurs="0"/>
                <xsd:element ref="ns2:TogoAuthor" minOccurs="0"/>
                <xsd:element ref="ns2:gd3a7737cb0047dc8ce44bed1647af23" minOccurs="0"/>
                <xsd:element ref="ns2:n63ae9402be240f1a4937184116f6bcc" minOccurs="0"/>
                <xsd:element ref="ns2:TogoPublishingDate" minOccurs="0"/>
                <xsd:element ref="ns2:TogoDueDate" minOccurs="0"/>
                <xsd:element ref="ns3:lcf76f155ced4ddcb4097134ff3c332f" minOccurs="0"/>
                <xsd:element ref="ns1:_SPIsTranslation" minOccurs="0"/>
                <xsd:element ref="ns1:_SPTranslatedLanguages" minOccurs="0"/>
                <xsd:element ref="ns1:_SPTranslationSourceItemId" minOccurs="0"/>
                <xsd:element ref="ns1:_SPTranslationLanguag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SPIsTranslation" ma:index="24" nillable="true" ma:displayName="Translation" ma:default="FALSE" ma:description="This item is a translation" ma:internalName="_SPIsTranslation" ma:readOnly="true">
      <xsd:simpleType>
        <xsd:restriction base="dms:Boolean"/>
      </xsd:simpleType>
    </xsd:element>
    <xsd:element name="_SPTranslatedLanguages" ma:index="25" nillable="true" ma:displayName="Translation languages" ma:description="Languages that this item has been or is being translated into" ma:internalName="_SPTranslatedLanguages" ma:readOnly="true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r-SA"/>
                    <xsd:enumeration value="az-Latn-AZ"/>
                    <xsd:enumeration value="bg-BG"/>
                    <xsd:enumeration value="bs-Latn-BA"/>
                    <xsd:enumeration value="ca-ES"/>
                    <xsd:enumeration value="cs-CZ"/>
                    <xsd:enumeration value="cy-GB"/>
                    <xsd:enumeration value="da-DK"/>
                    <xsd:enumeration value="de-DE"/>
                    <xsd:enumeration value="el-GR"/>
                    <xsd:enumeration value="en-US"/>
                    <xsd:enumeration value="es-ES"/>
                    <xsd:enumeration value="et-EE"/>
                    <xsd:enumeration value="eu-ES"/>
                    <xsd:enumeration value="fi-FI"/>
                    <xsd:enumeration value="fr-FR"/>
                    <xsd:enumeration value="ga-IE"/>
                    <xsd:enumeration value="gl-ES"/>
                    <xsd:enumeration value="he-IL"/>
                    <xsd:enumeration value="hi-IN"/>
                    <xsd:enumeration value="hr-HR"/>
                    <xsd:enumeration value="hu-HU"/>
                    <xsd:enumeration value="id-ID"/>
                    <xsd:enumeration value="it-IT"/>
                    <xsd:enumeration value="ja-JP"/>
                    <xsd:enumeration value="kk-KZ"/>
                    <xsd:enumeration value="ko-KR"/>
                    <xsd:enumeration value="lt-LT"/>
                    <xsd:enumeration value="lv-LV"/>
                    <xsd:enumeration value="mk-MK"/>
                    <xsd:enumeration value="ms-MY"/>
                    <xsd:enumeration value="nb-NO"/>
                    <xsd:enumeration value="nl-NL"/>
                    <xsd:enumeration value="pl-PL"/>
                    <xsd:enumeration value="prs-AF"/>
                    <xsd:enumeration value="pt-BR"/>
                    <xsd:enumeration value="pt-PT"/>
                    <xsd:enumeration value="ro-RO"/>
                    <xsd:enumeration value="ru-RU"/>
                    <xsd:enumeration value="sk-SK"/>
                    <xsd:enumeration value="sl-SI"/>
                    <xsd:enumeration value="sr-Cyrl-RS"/>
                    <xsd:enumeration value="sr-Latn-CS"/>
                    <xsd:enumeration value="sr-Latn-RS"/>
                    <xsd:enumeration value="sv-SE"/>
                    <xsd:enumeration value="th-TH"/>
                    <xsd:enumeration value="tr-TR"/>
                    <xsd:enumeration value="uk-UA"/>
                    <xsd:enumeration value="vi-VN"/>
                    <xsd:enumeration value="zh-CN"/>
                    <xsd:enumeration value="zh-TW"/>
                  </xsd:restriction>
                </xsd:simpleType>
              </xsd:element>
            </xsd:sequence>
          </xsd:extension>
        </xsd:complexContent>
      </xsd:complexType>
    </xsd:element>
    <xsd:element name="_SPTranslationSourceItemId" ma:index="26" nillable="true" ma:displayName="Translation Source ID" ma:description="Unique ID of the item this translation is based on" ma:internalName="_SPTranslationSourceItemId" ma:readOnly="true">
      <xsd:simpleType>
        <xsd:restriction base="dms:Unknown"/>
      </xsd:simpleType>
    </xsd:element>
    <xsd:element name="_SPTranslationLanguage" ma:index="27" nillable="true" ma:displayName="Item Language" ma:description="Language of this item" ma:internalName="_SPTranslationLanguage" ma:readOnly="true">
      <xsd:simpleType>
        <xsd:restriction base="dms:Choice">
          <xsd:enumeration value="ar-SA"/>
          <xsd:enumeration value="az-Latn-AZ"/>
          <xsd:enumeration value="bg-BG"/>
          <xsd:enumeration value="bs-Latn-BA"/>
          <xsd:enumeration value="ca-ES"/>
          <xsd:enumeration value="cs-CZ"/>
          <xsd:enumeration value="cy-GB"/>
          <xsd:enumeration value="da-DK"/>
          <xsd:enumeration value="de-DE"/>
          <xsd:enumeration value="el-GR"/>
          <xsd:enumeration value="en-US"/>
          <xsd:enumeration value="es-ES"/>
          <xsd:enumeration value="et-EE"/>
          <xsd:enumeration value="eu-ES"/>
          <xsd:enumeration value="fi-FI"/>
          <xsd:enumeration value="fr-FR"/>
          <xsd:enumeration value="ga-IE"/>
          <xsd:enumeration value="gl-ES"/>
          <xsd:enumeration value="he-IL"/>
          <xsd:enumeration value="hi-IN"/>
          <xsd:enumeration value="hr-HR"/>
          <xsd:enumeration value="hu-HU"/>
          <xsd:enumeration value="id-ID"/>
          <xsd:enumeration value="it-IT"/>
          <xsd:enumeration value="ja-JP"/>
          <xsd:enumeration value="kk-KZ"/>
          <xsd:enumeration value="ko-KR"/>
          <xsd:enumeration value="lt-LT"/>
          <xsd:enumeration value="lv-LV"/>
          <xsd:enumeration value="mk-MK"/>
          <xsd:enumeration value="ms-MY"/>
          <xsd:enumeration value="nb-NO"/>
          <xsd:enumeration value="nl-NL"/>
          <xsd:enumeration value="pl-PL"/>
          <xsd:enumeration value="prs-AF"/>
          <xsd:enumeration value="pt-BR"/>
          <xsd:enumeration value="pt-PT"/>
          <xsd:enumeration value="ro-RO"/>
          <xsd:enumeration value="ru-RU"/>
          <xsd:enumeration value="sk-SK"/>
          <xsd:enumeration value="sl-SI"/>
          <xsd:enumeration value="sr-Cyrl-RS"/>
          <xsd:enumeration value="sr-Latn-CS"/>
          <xsd:enumeration value="sr-Latn-RS"/>
          <xsd:enumeration value="sv-SE"/>
          <xsd:enumeration value="th-TH"/>
          <xsd:enumeration value="tr-TR"/>
          <xsd:enumeration value="uk-UA"/>
          <xsd:enumeration value="vi-VN"/>
          <xsd:enumeration value="zh-CN"/>
          <xsd:enumeration value="zh-TW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8cafdd4-4528-4476-ab16-00a5750ab81c" elementFormDefault="qualified">
    <xsd:import namespace="http://schemas.microsoft.com/office/2006/documentManagement/types"/>
    <xsd:import namespace="http://schemas.microsoft.com/office/infopath/2007/PartnerControls"/>
    <xsd:element name="abe66603087445669b8b2920ee71eaef" ma:index="8" nillable="true" ma:taxonomy="true" ma:internalName="abe66603087445669b8b2920ee71eaef" ma:taxonomyFieldName="T2KCategory" ma:displayName="T2K Category" ma:fieldId="{abe66603-0874-4566-9b8b-2920ee71eaef}" ma:sspId="d85e823d-31db-440c-980d-283f89df7c2e" ma:termSetId="5fcb34d7-7469-453f-8c23-50fd6054164d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db4c08cc-285d-47fa-b22a-fb27dfa68643}" ma:internalName="TaxCatchAll" ma:showField="CatchAllData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db4c08cc-285d-47fa-b22a-fb27dfa68643}" ma:internalName="TaxCatchAllLabel" ma:readOnly="true" ma:showField="CatchAllDataLabel" ma:web="e8cafdd4-4528-4476-ab16-00a5750ab81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fa99d158c7f14474ab98801009d80b56" ma:index="12" nillable="true" ma:taxonomy="true" ma:internalName="fa99d158c7f14474ab98801009d80b56" ma:taxonomyFieldName="TogoTags" ma:displayName="Tags" ma:fieldId="{fa99d158-c7f1-4474-ab98-801009d80b56}" ma:taxonomyMulti="true" ma:sspId="d85e823d-31db-440c-980d-283f89df7c2e" ma:termSetId="8ed7ce38-efb7-4d06-97ea-c211d216cdc7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ImageUrl" ma:index="14" nillable="true" ma:displayName="Image URL" ma:default="" ma:description="Image URL" ma:internalName="TogoImageUrl">
      <xsd:simpleType>
        <xsd:restriction base="dms:Note"/>
      </xsd:simpleType>
    </xsd:element>
    <xsd:element name="TogoHighlight" ma:index="15" nillable="true" ma:displayName="Highlight" ma:default="False" ma:description="Highlight" ma:internalName="TogoHighlight">
      <xsd:simpleType>
        <xsd:restriction base="dms:Boolean"/>
      </xsd:simpleType>
    </xsd:element>
    <xsd:element name="TogoAuthor" ma:index="16" nillable="true" ma:displayName="Author" ma:default="" ma:description="Author" ma:list="UserInfo" ma:internalName="TogoAuthor" ma:showField="ImnNam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gd3a7737cb0047dc8ce44bed1647af23" ma:index="17" nillable="true" ma:taxonomy="true" ma:internalName="gd3a7737cb0047dc8ce44bed1647af23" ma:taxonomyFieldName="TogoLocations" ma:displayName="Locations" ma:fieldId="{0d3a7737-cb00-47dc-8ce4-4bed1647af23}" ma:taxonomyMulti="true" ma:sspId="d85e823d-31db-440c-980d-283f89df7c2e" ma:termSetId="b49f64b3-4722-4336-9a5c-56c326b344d4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n63ae9402be240f1a4937184116f6bcc" ma:index="19" nillable="true" ma:taxonomy="true" ma:internalName="n63ae9402be240f1a4937184116f6bcc" ma:taxonomyFieldName="TogoDepartments" ma:displayName="Departments" ma:fieldId="{763ae940-2be2-40f1-a493-7184116f6bcc}" ma:taxonomyMulti="true" ma:sspId="d85e823d-31db-440c-980d-283f89df7c2e" ma:termSetId="8ed8c9ea-7052-4c1d-a4d7-b9c10bffea6f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TogoPublishingDate" ma:index="21" nillable="true" ma:displayName="Publishing Date" ma:default="" ma:description="Publishing Date" ma:internalName="TogoPublishingDate">
      <xsd:simpleType>
        <xsd:restriction base="dms:DateTime"/>
      </xsd:simpleType>
    </xsd:element>
    <xsd:element name="TogoDueDate" ma:index="22" nillable="true" ma:displayName="Due Date" ma:default="2099-12-31T00:00:00Z" ma:description="Due Date" ma:internalName="TogoDueDat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e5c6ed-a414-487d-8643-813a0aafc40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3" nillable="true" ma:displayName="Image Tags_0" ma:hidden="true" ma:internalName="lcf76f155ced4ddcb4097134ff3c332f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8cafdd4-4528-4476-ab16-00a5750ab81c">
      <Value>3</Value>
    </TaxCatchAll>
    <TogoDueDate xmlns="e8cafdd4-4528-4476-ab16-00a5750ab81c">2099-12-31T00:00:00+00:00</TogoDueDate>
    <gd3a7737cb0047dc8ce44bed1647af23 xmlns="e8cafdd4-4528-4476-ab16-00a5750ab81c">
      <Terms xmlns="http://schemas.microsoft.com/office/infopath/2007/PartnerControls"/>
    </gd3a7737cb0047dc8ce44bed1647af23>
    <lcf76f155ced4ddcb4097134ff3c332f xmlns="f9e5c6ed-a414-487d-8643-813a0aafc40d" xsi:nil="true"/>
    <TogoImageUrl xmlns="e8cafdd4-4528-4476-ab16-00a5750ab81c" xsi:nil="true"/>
    <TogoHighlight xmlns="e8cafdd4-4528-4476-ab16-00a5750ab81c">false</TogoHighlight>
    <TogoPublishingDate xmlns="e8cafdd4-4528-4476-ab16-00a5750ab81c" xsi:nil="true"/>
    <TogoAuthor xmlns="e8cafdd4-4528-4476-ab16-00a5750ab81c">
      <UserInfo>
        <DisplayName/>
        <AccountId xsi:nil="true"/>
        <AccountType/>
      </UserInfo>
    </TogoAuthor>
    <fa99d158c7f14474ab98801009d80b56 xmlns="e8cafdd4-4528-4476-ab16-00a5750ab81c">
      <Terms xmlns="http://schemas.microsoft.com/office/infopath/2007/PartnerControls"/>
    </fa99d158c7f14474ab98801009d80b56>
    <n63ae9402be240f1a4937184116f6bcc xmlns="e8cafdd4-4528-4476-ab16-00a5750ab81c">
      <Terms xmlns="http://schemas.microsoft.com/office/infopath/2007/PartnerControls"/>
    </n63ae9402be240f1a4937184116f6bcc>
    <abe66603087445669b8b2920ee71eaef xmlns="e8cafdd4-4528-4476-ab16-00a5750ab81c">
      <Terms xmlns="http://schemas.microsoft.com/office/infopath/2007/PartnerControls">
        <TermInfo xmlns="http://schemas.microsoft.com/office/infopath/2007/PartnerControls">
          <TermName xmlns="http://schemas.microsoft.com/office/infopath/2007/PartnerControls">Brand</TermName>
          <TermId xmlns="http://schemas.microsoft.com/office/infopath/2007/PartnerControls">832b67cf-1f4d-4e03-97fa-b9a01cdb780b</TermId>
        </TermInfo>
      </Terms>
    </abe66603087445669b8b2920ee71eaef>
  </documentManagement>
</p:properties>
</file>

<file path=customXml/itemProps1.xml><?xml version="1.0" encoding="utf-8"?>
<ds:datastoreItem xmlns:ds="http://schemas.openxmlformats.org/officeDocument/2006/customXml" ds:itemID="{6033E4B9-9001-496F-B443-3F250238E3F5}"/>
</file>

<file path=customXml/itemProps2.xml><?xml version="1.0" encoding="utf-8"?>
<ds:datastoreItem xmlns:ds="http://schemas.openxmlformats.org/officeDocument/2006/customXml" ds:itemID="{29F7DB07-14FD-4CA6-A860-9732C662872E}"/>
</file>

<file path=customXml/itemProps3.xml><?xml version="1.0" encoding="utf-8"?>
<ds:datastoreItem xmlns:ds="http://schemas.openxmlformats.org/officeDocument/2006/customXml" ds:itemID="{65D16A3C-7493-4719-BC77-C48207EAD7F6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909</Words>
  <Application>Microsoft Office PowerPoint</Application>
  <PresentationFormat>Widescreen</PresentationFormat>
  <Paragraphs>296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14</vt:i4>
      </vt:variant>
      <vt:variant>
        <vt:lpstr>Slide Titles</vt:lpstr>
      </vt:variant>
      <vt:variant>
        <vt:i4>9</vt:i4>
      </vt:variant>
    </vt:vector>
  </HeadingPairs>
  <TitlesOfParts>
    <vt:vector size="25" baseType="lpstr">
      <vt:lpstr>Arial</vt:lpstr>
      <vt:lpstr>Georgia</vt:lpstr>
      <vt:lpstr>Covers - Full Image Background</vt:lpstr>
      <vt:lpstr>Light Covers - Partial Images</vt:lpstr>
      <vt:lpstr>Light Covers - No Image</vt:lpstr>
      <vt:lpstr>Light Body Slides</vt:lpstr>
      <vt:lpstr>Light Body Slides - Small Title, Large Subtitle</vt:lpstr>
      <vt:lpstr>Light Dividers</vt:lpstr>
      <vt:lpstr>Light Blank Slides</vt:lpstr>
      <vt:lpstr>Dark Covers - Partial Images</vt:lpstr>
      <vt:lpstr>Dark Covers - No Image</vt:lpstr>
      <vt:lpstr>Dark Body Slides</vt:lpstr>
      <vt:lpstr>Dark Body Slides - Small Title, Large Subtitle</vt:lpstr>
      <vt:lpstr>Dark Dividers</vt:lpstr>
      <vt:lpstr>Dark Blank Slides</vt:lpstr>
      <vt:lpstr>1_Back Covers</vt:lpstr>
      <vt:lpstr>PowerPoint Presentation</vt:lpstr>
      <vt:lpstr>Cover Slide Example 1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Jayson Thompson</dc:creator>
  <cp:keywords>NTT DATA, Inc.;PowerPoint Template</cp:keywords>
  <cp:lastModifiedBy>Jayson Thompson</cp:lastModifiedBy>
  <cp:revision>1</cp:revision>
  <dcterms:created xsi:type="dcterms:W3CDTF">2026-01-05T12:01:22Z</dcterms:created>
  <dcterms:modified xsi:type="dcterms:W3CDTF">2026-01-05T12:02:56Z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0x01010040A11AC9A095403B86EC8B98C09708A300B18DC44D3AD07641A07CA18912D9B9CC</vt:lpwstr>
  </property>
  <property fmtid="{D5CDD505-2E9C-101B-9397-08002B2CF9AE}" pid="3" name="T2KCategory">
    <vt:lpwstr>3;#Brand|832b67cf-1f4d-4e03-97fa-b9a01cdb780b</vt:lpwstr>
  </property>
  <property fmtid="{D5CDD505-2E9C-101B-9397-08002B2CF9AE}" pid="4" name="TogoLocations">
    <vt:lpwstr/>
  </property>
  <property fmtid="{D5CDD505-2E9C-101B-9397-08002B2CF9AE}" pid="5" name="MediaServiceImageTags">
    <vt:lpwstr/>
  </property>
  <property fmtid="{D5CDD505-2E9C-101B-9397-08002B2CF9AE}" pid="7" name="TogoDepartments">
    <vt:lpwstr/>
  </property>
  <property fmtid="{D5CDD505-2E9C-101B-9397-08002B2CF9AE}" pid="8" name="TogoDocumentsCategory">
    <vt:lpwstr/>
  </property>
  <property fmtid="{D5CDD505-2E9C-101B-9397-08002B2CF9AE}" pid="9" name="TogoTags">
    <vt:lpwstr/>
  </property>
  <property fmtid="{D5CDD505-2E9C-101B-9397-08002B2CF9AE}" pid="10" name="a01feae194714aa882aedc460c3c0dc2">
    <vt:lpwstr/>
  </property>
</Properties>
</file>
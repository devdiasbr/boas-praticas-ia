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Enquadramento: isto nao e treinamento de ferramenta. E como eu trabalho hoje. Metade do tempo e de voces — 30 min de fala, 30 de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Baixar a guarda da plateia. Ninguem gosta de ser corrigido em publico. Deixar claro que e experiencia, nao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um caso real curto de um dos tres. Vulnerabilidade primeiro: abre a plateia para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central. Se levarem so uma frase daqui, e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ciclo nao e cerimonia: em tarefa pequena cada etapa leva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nao e o custo: e que as 1.847 linhas irrelevantes disputam atencao com as 6 que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Sugerir que testem hoje mesmo numa conversa longa que ja esteja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 de escrever: 40 segundos. Custo de nao escrever: o review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ao vivo se der tempo — e o item mais facil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Armadilhas e a secao de maior valor. Pergunta para levantar conteudo: o que ja quebrou alguem que entrou agora?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que uso: data absoluta sempre. 'Recentemente' apodrece em silencio.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honesto: o processo custa tokens a mais por sessao. O ganho aparece em nao refazer a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squad usa Devin, este e o slide para abrir discussao — perguntar em qual coluna cai o que eles delegam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plateia achar os problemas antes de revelar. Funciona melhor como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de dado de cliente merece pausa. Se a squad lida com dado regulado, abrir conversa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Passar rapido. Se alguem perguntar de Devin: eu nao uso no dia a dia, mas o criterio do slide da matriz vale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pedido concreto: escolher UMA e tentar essa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travar a conversa, comecar pela terceira pergunta — e a mais concreta e sempre destrava.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eu uso IA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dia a dia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 no meu jeito de trabalhar — e o que eu ainda erro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Dias  ·  &lt;squad&gt;  ·  &lt;data&gt;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conversa 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87452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 que NÃO 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313432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de ferramenta.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prompts mágicos.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dizendo que vocês estão fazendo errado.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19672" y="187452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 que 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19672" y="2313432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eu trabalho hoje, na prática.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me custou caro aprender.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podem roubar de mim já na segunda.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 fim vocês discordarem de mim, ótimo — é para isso que reservei metade do tempo.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1" name="Text 9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Começo pelo que eu fazia errado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erros que me custaram mais tempo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810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Colava tudo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97680" y="1783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inteiro, arquivo inteiro, “por precaução”.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Achava que mais contexto = melhor resposta.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53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Pedia vago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97680" y="2926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“Otimiza isso aí.”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Recebia algo legítimo que eu não podia usar.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096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Aceitava o que vinha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97680" y="4069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Estava bem escrito, parecia certo.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não rodava. Descobria no review — ou em produção.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desses erros é sobre a ferramenta. Os três são sobre mim.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8" name="Text 16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virada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código deixou de ser o meu gargalo.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Decidir o que deve ser construído virou o gargalo.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eu não decido, o modelo decide por mim — por omissão, com confiança, e eu só descubro no code review.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Meu ciclo hoje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mesmo, de tarefa pequena a feature grande — só muda o rigor de cada etapa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5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25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5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leio antes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pedir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91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11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1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11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escrevo 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77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97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7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97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ou 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63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83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83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83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rodo, não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49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669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69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69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vale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próxima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etapa 2 é a que eu mais pulava — e é a única que, quando falha, estraga todas as outras.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eu ia direto de “tenho um problema” para “escreve o código”.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6" name="Text 24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pedir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que acontece antes de eu digitar qualquer coisa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é orçamento, não depósito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Como eu fazia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176272"/>
            <a:ext cx="48371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Aqui o log, me ajuda: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09:14:02 INFO  Starting worker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09:14:02 INFO  Connected redis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(1.847 linhas) ...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09:31:55 ERROR ValueError: inva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(mais 600 linhas) ...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1967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Como eu faço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19672" y="2176272"/>
            <a:ext cx="48371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 no worker, ~2% dos registros.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ValueError: invalid literal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parser.py:42 in parse_row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Já verifiquei: CSV tem células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vazias. Schema não é meu.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vazio -&gt; None, sem engolir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erros.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~40.000 tokens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63640" y="45720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tokens · e resposta melhor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Sessão longa apodrece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 de 3 horas acumula decisão revogada, tentativa abandonada e arquivo velho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peço antes de abrir sessão nova: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“Escreva um resumo de estado em até 20 linhas: decisões tomadas e o porquê,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decisões que DESCARTAMOS e o motivo, arquivos alterados, o que está pendente.”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~90.000 tokens de histórico  →  ~600 de estado útil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bloco de decisões descartadas é o que mais me economiza: sem ele, a sessão nova propõe de novo tudo que eu já tinha recusado.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eu peço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eu mais mudei — e onde o retorno é mais rápido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critério de aceite vai junto com o pedido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Pedido vago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176272"/>
            <a:ext cx="483717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 essa função aqui pra mim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em quê? Tempo, memória, número de queries?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escolhe — e devolve algo legítimo, com async, ORM trocado e assinatura nova.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dá pra usar.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Pedido com aceite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176272"/>
            <a:ext cx="483717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Suspeita: N+1 no lazy load.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manter assinatura e retorno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 dependência nova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 async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ACEITE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nº de queries constante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diga quantas antes e depois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errado devolve código. O certo devolve código que entra no PR.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tarefa grande: plano antes do código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parágrafo que mais me poupou retrabalho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766560" cy="2103120"/>
          </a:xfrm>
          <a:prstGeom prst="roundRect">
            <a:avLst>
              <a:gd name="adj" fmla="val 3478"/>
            </a:avLst>
          </a:prstGeom>
          <a:solidFill>
            <a:srgbClr val="1A1D23"/>
          </a:solidFill>
          <a:ln w="12700">
            <a:solidFill>
              <a:srgbClr val="1A1D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48840"/>
            <a:ext cx="6126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escrever qualquer código: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liste os arquivos que pretende tocar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aponte os riscos e o que pode quebrar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diga o que você NÃO vai mexer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 aí e espere meu OK.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86384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funciona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0" y="24231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um plano de 10 linhas custa uma frase.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400 linhas geradas custa a tarefa inteira.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 mexe no serializers.py, é contrato público” — ele não tinha como saber.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isso sempre que a tarefa passa de um arquivo.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persisto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morre com a sessão. O que precisa sobreviver vira arquivo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arquivo de contexto no repositório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 em toda sessão, por todo mundo — então cada linha precisa se pagar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5740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Não entra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496312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“Usamos Python e FastAPI.”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“Os testes ficam em tests/.”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“Escreva código de qualidade.”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descobre isso em 2 segundos lendo o repo. Eu pago por essas linhas todo dia.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205740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Entra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496312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“app/legacy/ está congelado.”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“Nunca chame billing direto — o rate limit é compartilhado e derruba geral.”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 = Pedido Antecipado.”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ele nunca descobre sozinho.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se a linha pode ser respondida lendo o README, eu apago.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Obsidian: onde guardo o que o código não conta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49240" cy="2788920"/>
          </a:xfrm>
          <a:prstGeom prst="roundRect">
            <a:avLst>
              <a:gd name="adj" fmla="val 2623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78308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Nota-diário (inútil)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221992"/>
            <a:ext cx="48371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“Ontem discutimos o importador.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pessoal falou que era melhor a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nova. O João vai olhar.”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meses depois: qual problema?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abordagem? “ontem” quando?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João ainda está no time?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600200"/>
            <a:ext cx="5349240" cy="2788920"/>
          </a:xfrm>
          <a:prstGeom prst="roundRect">
            <a:avLst>
              <a:gd name="adj" fmla="val 2623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19672" y="178308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Fato, com porquê e validade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19672" y="2221992"/>
            <a:ext cx="48371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“Importação roda em lote noturno.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fornecedor limita 100 req/min.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 derrubava a integração.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estoque tem 24h de atraso.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 em 2026-05-20.”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título é a afirmação, não o tópico — é por ele que a IA decide se a nota importa.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1" name="Text 9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mais mudou meu resultado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foi trocar de modelo. Foi colocar método dentro da ferramenta.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 o ciclo: entender → planejar → executar → verificar.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não avança de etapa sem cumprir a anterior.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262B33"/>
          </a:solidFill>
          <a:ln w="12700">
            <a:solidFill>
              <a:srgbClr val="3A41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749040" y="3749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seguia o ciclo quando dava tempo.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prazo, era a primeira coisa que eu abandonava.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disciplina que depende de mim lembrar, sob prazo, não é disciplina.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eu delego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Vocês usam agente autônomo. Aqui está o critério que eu aplicaria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Faço na mão · piloto · delego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Decido isso antes de abrir a ferramenta, não depois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FAÇO NA MÃO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arquitetura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de produto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auth e pagamento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 em produção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DF1E3"/>
          </a:solidFill>
          <a:ln w="12700">
            <a:solidFill>
              <a:srgbClr val="FDF1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desconhecida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ainda aberto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que atravessa módulos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Exploração de alternativas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E4F0E8"/>
          </a:solidFill>
          <a:ln w="12700">
            <a:solidFill>
              <a:srgbClr val="E4F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4964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mecânica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com repro determinístico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faltando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e tipo em massa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6177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Delego o tedioso e verificável. Piloto o ambíguo. Faço na mão o irreversível.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resolve quase tudo: existe teste que prova que ficou certo? Se não existe, não delego.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6" name="Text 14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 que passa no CI e não deve ser aprovado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035040" cy="2697480"/>
          </a:xfrm>
          <a:prstGeom prst="roundRect">
            <a:avLst>
              <a:gd name="adj" fmla="val 2712"/>
            </a:avLst>
          </a:prstGeom>
          <a:solidFill>
            <a:srgbClr val="1A1D23"/>
          </a:solidFill>
          <a:ln w="12700">
            <a:solidFill>
              <a:srgbClr val="1A1D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7830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parse_row(row) -&gt; int | None: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   return int(row["quantidade"])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try: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    return int(row["quantidade"])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except Exception: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    return None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def test_invalido():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   with pytest.raises(ValueError):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def test_invalido():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assert parse_row("abc") is None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verde. Três problemas: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0" y="2103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Exception engole tudo — coluna faltando vira None silencioso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teste antigo foi invertido para passar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tem um parâmetro de biblioteca que simplesmente não existe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diff não é revisar. O segundo item é o mais grave e o mais fácil de passar batido.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 atalho: git diff nos testes primeiro. Linha alterada em teste existente exige justificativa escrita.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não faço com 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onde não usar é metade do ganho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07008" y="1847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e agregação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estima a partir do texto. Peço a query — a máquina calcula, o número é auditável.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15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26883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arquitetura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68833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para levantar alternativas. A escolha é minha, e é onde está o meu valor.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7008" y="35295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 que não entendo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5295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entendo cada linha, não aprovo. Dívida no dia 1, incidente no dia 90.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98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07008" y="4370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cliente e segredo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80560" y="43708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cola no prompt. Anonimizo ou uso dado sintético. Sem exceção de prazo.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responsabilidade não é delegável: quem aprova responde. “A IA escreveu” não explica incidente.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2" name="Text 2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Minha stack, rápido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importante do que tudo que veio antes — mas sempre perguntam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122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211226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eu trabalho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99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299923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impõe o ciclo; a que mais mudou meu resultado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886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Obsidian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38862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código não conta: decisão, porquê, regra de negócio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73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de saída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47731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densa; economiza agora e no histórico depois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de ferramenta não resolve problema de método. Pedido ruim é ruim em qualquer uma.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8" name="Text 16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vocês pegarem três coisas daqui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Nessa ordem — a primeira sozinha já muda o resultado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21671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Mande o trecho, não o arquivo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54203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o traceback e diga o que já verificou.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42900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355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como você vai saber que ficou certo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73075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de critério de aceite, junto com o pedido.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1772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445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antes de aprovar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9194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diff não é revisar. Vale para PR de IA e de gente.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das três depende de instalar nada.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1" name="Text 19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Agora é de vocês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minutos. Discordar é o melhor uso desse tempo.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não vai funcionar no nosso contexto?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já fazem que eu deveria copiar?</a:t>
            </a:r>
            <a:endParaRPr lang="en-US" sz="15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tarefa da sprint serviria de teste?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completo e templates: &lt;link do repositório&gt;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eu uso IA no dia a dia</dc:title>
  <dc:subject>PptxGenJS Presentation</dc:subject>
  <dc:creator>Bruno Dias</dc:creator>
  <cp:lastModifiedBy>Bruno Dias</cp:lastModifiedBy>
  <cp:revision>1</cp:revision>
  <dcterms:created xsi:type="dcterms:W3CDTF">2026-07-28T11:51:21Z</dcterms:created>
  <dcterms:modified xsi:type="dcterms:W3CDTF">2026-07-28T11:51:21Z</dcterms:modified>
</cp:coreProperties>
</file>